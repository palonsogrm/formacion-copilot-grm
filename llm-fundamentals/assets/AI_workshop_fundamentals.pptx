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1"/>
  </p:notesMasterIdLst>
  <p:handoutMasterIdLst>
    <p:handoutMasterId r:id="rId42"/>
  </p:handoutMasterIdLst>
  <p:sldIdLst>
    <p:sldId id="256" r:id="rId5"/>
    <p:sldId id="257" r:id="rId6"/>
    <p:sldId id="267" r:id="rId7"/>
    <p:sldId id="268" r:id="rId8"/>
    <p:sldId id="269" r:id="rId9"/>
    <p:sldId id="270" r:id="rId10"/>
    <p:sldId id="271" r:id="rId11"/>
    <p:sldId id="272" r:id="rId12"/>
    <p:sldId id="286" r:id="rId13"/>
    <p:sldId id="287" r:id="rId14"/>
    <p:sldId id="288" r:id="rId15"/>
    <p:sldId id="273" r:id="rId16"/>
    <p:sldId id="289" r:id="rId17"/>
    <p:sldId id="290" r:id="rId18"/>
    <p:sldId id="274" r:id="rId19"/>
    <p:sldId id="276" r:id="rId20"/>
    <p:sldId id="295" r:id="rId21"/>
    <p:sldId id="291" r:id="rId22"/>
    <p:sldId id="292" r:id="rId23"/>
    <p:sldId id="293" r:id="rId24"/>
    <p:sldId id="294" r:id="rId25"/>
    <p:sldId id="296" r:id="rId26"/>
    <p:sldId id="278" r:id="rId27"/>
    <p:sldId id="277" r:id="rId28"/>
    <p:sldId id="297" r:id="rId29"/>
    <p:sldId id="298" r:id="rId30"/>
    <p:sldId id="279" r:id="rId31"/>
    <p:sldId id="299" r:id="rId32"/>
    <p:sldId id="300" r:id="rId33"/>
    <p:sldId id="301" r:id="rId34"/>
    <p:sldId id="281" r:id="rId35"/>
    <p:sldId id="305" r:id="rId36"/>
    <p:sldId id="302" r:id="rId37"/>
    <p:sldId id="303" r:id="rId38"/>
    <p:sldId id="304" r:id="rId39"/>
    <p:sldId id="266" r:id="rId40"/>
  </p:sldIdLst>
  <p:sldSz cx="20104100" cy="11309350"/>
  <p:notesSz cx="20104100" cy="1130935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91"/>
  </p:normalViewPr>
  <p:slideViewPr>
    <p:cSldViewPr>
      <p:cViewPr varScale="1">
        <p:scale>
          <a:sx n="58" d="100"/>
          <a:sy n="58" d="100"/>
        </p:scale>
        <p:origin x="1086" y="282"/>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92" d="100"/>
          <a:sy n="92" d="100"/>
        </p:scale>
        <p:origin x="232" y="8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Marcador de encabezado 1">
            <a:extLst>
              <a:ext uri="{FF2B5EF4-FFF2-40B4-BE49-F238E27FC236}">
                <a16:creationId xmlns:a16="http://schemas.microsoft.com/office/drawing/2014/main" id="{FEDA10C1-9623-86AD-5FC4-0D1D186B6520}"/>
              </a:ext>
            </a:extLst>
          </p:cNvPr>
          <p:cNvSpPr>
            <a:spLocks noGrp="1" noChangeArrowheads="1"/>
          </p:cNvSpPr>
          <p:nvPr>
            <p:ph type="hdr" sz="quarter"/>
          </p:nvPr>
        </p:nvSpPr>
        <p:spPr bwMode="auto">
          <a:xfrm>
            <a:off x="0" y="0"/>
            <a:ext cx="87122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solidFill>
                  <a:srgbClr val="000000"/>
                </a:solidFill>
              </a:defRPr>
            </a:lvl1pPr>
          </a:lstStyle>
          <a:p>
            <a:endParaRPr lang="es-ES" altLang="en-US"/>
          </a:p>
        </p:txBody>
      </p:sp>
      <p:sp>
        <p:nvSpPr>
          <p:cNvPr id="6147" name="Marcador de fecha 2">
            <a:extLst>
              <a:ext uri="{FF2B5EF4-FFF2-40B4-BE49-F238E27FC236}">
                <a16:creationId xmlns:a16="http://schemas.microsoft.com/office/drawing/2014/main" id="{92153B40-6A32-B680-9911-F3D4E3F28113}"/>
              </a:ext>
            </a:extLst>
          </p:cNvPr>
          <p:cNvSpPr>
            <a:spLocks noGrp="1" noChangeArrowheads="1"/>
          </p:cNvSpPr>
          <p:nvPr>
            <p:ph type="dt" sz="quarter" idx="1"/>
          </p:nvPr>
        </p:nvSpPr>
        <p:spPr bwMode="auto">
          <a:xfrm>
            <a:off x="11387138" y="0"/>
            <a:ext cx="87122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solidFill>
                  <a:srgbClr val="000000"/>
                </a:solidFill>
              </a:defRPr>
            </a:lvl1pPr>
          </a:lstStyle>
          <a:p>
            <a:fld id="{082B959F-655A-4CD3-A4EE-AE5B4EDF9907}" type="datetimeFigureOut">
              <a:rPr lang="es-ES" altLang="en-US"/>
              <a:pPr/>
              <a:t>23/03/2026</a:t>
            </a:fld>
            <a:endParaRPr lang="es-ES" altLang="en-US"/>
          </a:p>
        </p:txBody>
      </p:sp>
      <p:sp>
        <p:nvSpPr>
          <p:cNvPr id="6148" name="Marcador de pie de página 3">
            <a:extLst>
              <a:ext uri="{FF2B5EF4-FFF2-40B4-BE49-F238E27FC236}">
                <a16:creationId xmlns:a16="http://schemas.microsoft.com/office/drawing/2014/main" id="{646C178B-AD9B-9F1A-6112-F7491100E312}"/>
              </a:ext>
            </a:extLst>
          </p:cNvPr>
          <p:cNvSpPr>
            <a:spLocks noGrp="1" noChangeArrowheads="1"/>
          </p:cNvSpPr>
          <p:nvPr>
            <p:ph type="ftr" sz="quarter" idx="2"/>
          </p:nvPr>
        </p:nvSpPr>
        <p:spPr bwMode="auto">
          <a:xfrm>
            <a:off x="0" y="10742613"/>
            <a:ext cx="871220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solidFill>
                  <a:srgbClr val="000000"/>
                </a:solidFill>
              </a:defRPr>
            </a:lvl1pPr>
          </a:lstStyle>
          <a:p>
            <a:endParaRPr lang="es-ES" altLang="en-US"/>
          </a:p>
        </p:txBody>
      </p:sp>
      <p:sp>
        <p:nvSpPr>
          <p:cNvPr id="6149" name="Marcador de número de diapositiva 4">
            <a:extLst>
              <a:ext uri="{FF2B5EF4-FFF2-40B4-BE49-F238E27FC236}">
                <a16:creationId xmlns:a16="http://schemas.microsoft.com/office/drawing/2014/main" id="{9D744344-0DFF-25FD-2C18-726F48ED889B}"/>
              </a:ext>
            </a:extLst>
          </p:cNvPr>
          <p:cNvSpPr>
            <a:spLocks noGrp="1" noChangeArrowheads="1"/>
          </p:cNvSpPr>
          <p:nvPr>
            <p:ph type="sldNum" sz="quarter" idx="3"/>
          </p:nvPr>
        </p:nvSpPr>
        <p:spPr bwMode="auto">
          <a:xfrm>
            <a:off x="11387138" y="10742613"/>
            <a:ext cx="871220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solidFill>
                  <a:srgbClr val="000000"/>
                </a:solidFill>
              </a:defRPr>
            </a:lvl1pPr>
          </a:lstStyle>
          <a:p>
            <a:fld id="{2142E3DA-97C8-46AF-B986-D3E08E291109}" type="slidenum">
              <a:rPr lang="es-ES" altLang="en-US"/>
              <a:pPr/>
              <a:t>‹#›</a:t>
            </a:fld>
            <a:endParaRPr lang="es-E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Marcador de encabezado 1">
            <a:extLst>
              <a:ext uri="{FF2B5EF4-FFF2-40B4-BE49-F238E27FC236}">
                <a16:creationId xmlns:a16="http://schemas.microsoft.com/office/drawing/2014/main" id="{74E71AC7-D929-C3EB-0B38-82591364FEBE}"/>
              </a:ext>
            </a:extLst>
          </p:cNvPr>
          <p:cNvSpPr>
            <a:spLocks noGrp="1" noChangeArrowheads="1"/>
          </p:cNvSpPr>
          <p:nvPr>
            <p:ph type="hdr" sz="quarter"/>
          </p:nvPr>
        </p:nvSpPr>
        <p:spPr bwMode="auto">
          <a:xfrm>
            <a:off x="0" y="0"/>
            <a:ext cx="87122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solidFill>
                  <a:srgbClr val="000000"/>
                </a:solidFill>
              </a:defRPr>
            </a:lvl1pPr>
          </a:lstStyle>
          <a:p>
            <a:endParaRPr lang="es-ES" altLang="en-US"/>
          </a:p>
        </p:txBody>
      </p:sp>
      <p:sp>
        <p:nvSpPr>
          <p:cNvPr id="5123" name="Marcador de fecha 2">
            <a:extLst>
              <a:ext uri="{FF2B5EF4-FFF2-40B4-BE49-F238E27FC236}">
                <a16:creationId xmlns:a16="http://schemas.microsoft.com/office/drawing/2014/main" id="{40982F0B-F5C3-6AA9-FA9F-939BA0CDAF50}"/>
              </a:ext>
            </a:extLst>
          </p:cNvPr>
          <p:cNvSpPr>
            <a:spLocks noGrp="1" noChangeArrowheads="1"/>
          </p:cNvSpPr>
          <p:nvPr>
            <p:ph type="dt" idx="1"/>
          </p:nvPr>
        </p:nvSpPr>
        <p:spPr bwMode="auto">
          <a:xfrm>
            <a:off x="11387138" y="0"/>
            <a:ext cx="87122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solidFill>
                  <a:srgbClr val="000000"/>
                </a:solidFill>
              </a:defRPr>
            </a:lvl1pPr>
          </a:lstStyle>
          <a:p>
            <a:fld id="{2B787C5F-F248-455D-ACB7-F3ADFD3EB6EF}" type="datetimeFigureOut">
              <a:rPr lang="es-ES" altLang="en-US"/>
              <a:pPr/>
              <a:t>23/03/2026</a:t>
            </a:fld>
            <a:endParaRPr lang="es-ES" altLang="en-US"/>
          </a:p>
        </p:txBody>
      </p:sp>
      <p:sp>
        <p:nvSpPr>
          <p:cNvPr id="4" name="Marcador de imagen de diapositiva 3">
            <a:extLst>
              <a:ext uri="{FF2B5EF4-FFF2-40B4-BE49-F238E27FC236}">
                <a16:creationId xmlns:a16="http://schemas.microsoft.com/office/drawing/2014/main" id="{6C7325BD-336C-8E2C-87B0-0FE1BAD5028C}"/>
              </a:ext>
            </a:extLst>
          </p:cNvPr>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pPr lvl="0"/>
            <a:endParaRPr lang="es-ES" noProof="0"/>
          </a:p>
        </p:txBody>
      </p:sp>
      <p:sp>
        <p:nvSpPr>
          <p:cNvPr id="5" name="Marcador de notas 4">
            <a:extLst>
              <a:ext uri="{FF2B5EF4-FFF2-40B4-BE49-F238E27FC236}">
                <a16:creationId xmlns:a16="http://schemas.microsoft.com/office/drawing/2014/main" id="{0E3597CC-C701-DDA4-0D86-39A08604C90D}"/>
              </a:ext>
            </a:extLst>
          </p:cNvPr>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5126" name="Marcador de pie de página 5">
            <a:extLst>
              <a:ext uri="{FF2B5EF4-FFF2-40B4-BE49-F238E27FC236}">
                <a16:creationId xmlns:a16="http://schemas.microsoft.com/office/drawing/2014/main" id="{471A6B50-D9F8-F461-E37D-B56B8C35A02B}"/>
              </a:ext>
            </a:extLst>
          </p:cNvPr>
          <p:cNvSpPr>
            <a:spLocks noGrp="1" noChangeArrowheads="1"/>
          </p:cNvSpPr>
          <p:nvPr>
            <p:ph type="ftr" sz="quarter" idx="4"/>
          </p:nvPr>
        </p:nvSpPr>
        <p:spPr bwMode="auto">
          <a:xfrm>
            <a:off x="0" y="10742613"/>
            <a:ext cx="871220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solidFill>
                  <a:srgbClr val="000000"/>
                </a:solidFill>
              </a:defRPr>
            </a:lvl1pPr>
          </a:lstStyle>
          <a:p>
            <a:endParaRPr lang="es-ES" altLang="en-US"/>
          </a:p>
        </p:txBody>
      </p:sp>
      <p:sp>
        <p:nvSpPr>
          <p:cNvPr id="5127" name="Marcador de número de diapositiva 6">
            <a:extLst>
              <a:ext uri="{FF2B5EF4-FFF2-40B4-BE49-F238E27FC236}">
                <a16:creationId xmlns:a16="http://schemas.microsoft.com/office/drawing/2014/main" id="{899E59BB-12CB-9EE5-B309-2A30F811A930}"/>
              </a:ext>
            </a:extLst>
          </p:cNvPr>
          <p:cNvSpPr>
            <a:spLocks noGrp="1" noChangeArrowheads="1"/>
          </p:cNvSpPr>
          <p:nvPr>
            <p:ph type="sldNum" sz="quarter" idx="5"/>
          </p:nvPr>
        </p:nvSpPr>
        <p:spPr bwMode="auto">
          <a:xfrm>
            <a:off x="11387138" y="10742613"/>
            <a:ext cx="871220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solidFill>
                  <a:srgbClr val="000000"/>
                </a:solidFill>
              </a:defRPr>
            </a:lvl1pPr>
          </a:lstStyle>
          <a:p>
            <a:fld id="{E16C4E5B-3A0D-4617-89D9-36D1CC145CC2}" type="slidenum">
              <a:rPr lang="es-ES" altLang="en-US"/>
              <a:pPr/>
              <a:t>‹#›</a:t>
            </a:fld>
            <a:endParaRPr lang="es-E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Marcador de imagen de diapositiva 1">
            <a:extLst>
              <a:ext uri="{FF2B5EF4-FFF2-40B4-BE49-F238E27FC236}">
                <a16:creationId xmlns:a16="http://schemas.microsoft.com/office/drawing/2014/main" id="{6FECAA8B-3B4F-4577-71F8-E2BDF42C571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8194" name="Marcador de notas 2">
            <a:extLst>
              <a:ext uri="{FF2B5EF4-FFF2-40B4-BE49-F238E27FC236}">
                <a16:creationId xmlns:a16="http://schemas.microsoft.com/office/drawing/2014/main" id="{08158D67-9316-469F-E9B9-9EDD1E79254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8195" name="Marcador de número de diapositiva 3">
            <a:extLst>
              <a:ext uri="{FF2B5EF4-FFF2-40B4-BE49-F238E27FC236}">
                <a16:creationId xmlns:a16="http://schemas.microsoft.com/office/drawing/2014/main" id="{EE44AA63-E612-43C5-3066-E4EA67BBB29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43C4D98-64C8-4995-957A-AEB4BC65F277}" type="slidenum">
              <a:rPr lang="es-ES" altLang="en-US">
                <a:solidFill>
                  <a:srgbClr val="000000"/>
                </a:solidFill>
              </a:rPr>
              <a:pPr/>
              <a:t>1</a:t>
            </a:fld>
            <a:endParaRPr lang="es-ES" altLang="en-US" dirty="0">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BBC14A98-AE88-2AC1-E399-5D67AB2571B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3D00F618-492C-DEAF-8F1A-6680D490AD5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AF6D371D-658F-63D4-D522-DB63FBFE244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2</a:t>
            </a:fld>
            <a:endParaRPr lang="es-ES" altLang="en-US" dirty="0">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CBEA7-BCD8-9738-70C0-56BDB5EA2FAB}"/>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711356F3-E83D-E019-F289-5C1AC52144D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70C75DBC-CD1C-5E45-D033-3C2EAB32159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0AAB9D3F-7C91-9588-0F42-0F7D87FFB91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3</a:t>
            </a:fld>
            <a:endParaRPr lang="es-ES" altLang="en-US" dirty="0">
              <a:solidFill>
                <a:srgbClr val="000000"/>
              </a:solidFill>
            </a:endParaRPr>
          </a:p>
        </p:txBody>
      </p:sp>
    </p:spTree>
    <p:extLst>
      <p:ext uri="{BB962C8B-B14F-4D97-AF65-F5344CB8AC3E}">
        <p14:creationId xmlns:p14="http://schemas.microsoft.com/office/powerpoint/2010/main" val="806333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B89BB-62BC-A33D-D9B9-0B0954DDF282}"/>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113666E8-815B-6D47-213D-844F4689057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266D8FA6-E44F-1BF0-6660-77BCAF3E427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62E54D99-6D45-C654-686C-2291314E6177}"/>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4</a:t>
            </a:fld>
            <a:endParaRPr lang="es-ES" altLang="en-US" dirty="0">
              <a:solidFill>
                <a:srgbClr val="000000"/>
              </a:solidFill>
            </a:endParaRPr>
          </a:p>
        </p:txBody>
      </p:sp>
    </p:spTree>
    <p:extLst>
      <p:ext uri="{BB962C8B-B14F-4D97-AF65-F5344CB8AC3E}">
        <p14:creationId xmlns:p14="http://schemas.microsoft.com/office/powerpoint/2010/main" val="26803824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6526C-737E-9F5A-D306-C8B66C49CB58}"/>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135601EA-F34D-251F-E06C-4252529FA12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6A838242-CD00-F700-131C-B628770CD82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49296B05-296A-E2F6-A155-178CCD89DB78}"/>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5</a:t>
            </a:fld>
            <a:endParaRPr lang="es-ES" altLang="en-US" dirty="0">
              <a:solidFill>
                <a:srgbClr val="000000"/>
              </a:solidFill>
            </a:endParaRPr>
          </a:p>
        </p:txBody>
      </p:sp>
    </p:spTree>
    <p:extLst>
      <p:ext uri="{BB962C8B-B14F-4D97-AF65-F5344CB8AC3E}">
        <p14:creationId xmlns:p14="http://schemas.microsoft.com/office/powerpoint/2010/main" val="1015791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10446-2358-E7BB-F80F-E5071D1F8825}"/>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58A0FD43-B49C-4464-E458-015732E6630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D3F93E1A-88C6-B8B2-3E59-ABE3FBBC68A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4691BF18-0054-24F7-33E1-02C91965F8E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6</a:t>
            </a:fld>
            <a:endParaRPr lang="es-ES" altLang="en-US" dirty="0">
              <a:solidFill>
                <a:srgbClr val="000000"/>
              </a:solidFill>
            </a:endParaRPr>
          </a:p>
        </p:txBody>
      </p:sp>
    </p:spTree>
    <p:extLst>
      <p:ext uri="{BB962C8B-B14F-4D97-AF65-F5344CB8AC3E}">
        <p14:creationId xmlns:p14="http://schemas.microsoft.com/office/powerpoint/2010/main" val="3813956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78FC5-BE2D-82A5-B026-D58F778266A8}"/>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B113A7B1-304D-CC6F-E3E1-72760D5EFFE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0860EFBB-7C29-334C-9360-128F537B16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E76F5062-838E-6734-EAF5-DE2EFA48EC86}"/>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7</a:t>
            </a:fld>
            <a:endParaRPr lang="es-ES" altLang="en-US" dirty="0">
              <a:solidFill>
                <a:srgbClr val="000000"/>
              </a:solidFill>
            </a:endParaRPr>
          </a:p>
        </p:txBody>
      </p:sp>
    </p:spTree>
    <p:extLst>
      <p:ext uri="{BB962C8B-B14F-4D97-AF65-F5344CB8AC3E}">
        <p14:creationId xmlns:p14="http://schemas.microsoft.com/office/powerpoint/2010/main" val="490038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70F1D-4FCD-F962-50DA-171CA27B5184}"/>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A7F89E88-2157-9139-4BD7-FA61FA30A1F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E94B498D-476F-48EA-86F0-C88616DA5ED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A689FD1E-C9AB-76D3-7523-FBCF29EAD680}"/>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8</a:t>
            </a:fld>
            <a:endParaRPr lang="es-ES" altLang="en-US" dirty="0">
              <a:solidFill>
                <a:srgbClr val="000000"/>
              </a:solidFill>
            </a:endParaRPr>
          </a:p>
        </p:txBody>
      </p:sp>
    </p:spTree>
    <p:extLst>
      <p:ext uri="{BB962C8B-B14F-4D97-AF65-F5344CB8AC3E}">
        <p14:creationId xmlns:p14="http://schemas.microsoft.com/office/powerpoint/2010/main" val="4204774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3D5B7-2697-9850-17C6-4AEB2E4822E8}"/>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BA9A040A-DE7E-CA1B-42D2-1262C3173BD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19648F78-4C98-61C7-D284-5718D3D6034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386F501A-97DD-9AEE-7B44-F691266F0C46}"/>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9</a:t>
            </a:fld>
            <a:endParaRPr lang="es-ES" altLang="en-US" dirty="0">
              <a:solidFill>
                <a:srgbClr val="000000"/>
              </a:solidFill>
            </a:endParaRPr>
          </a:p>
        </p:txBody>
      </p:sp>
    </p:spTree>
    <p:extLst>
      <p:ext uri="{BB962C8B-B14F-4D97-AF65-F5344CB8AC3E}">
        <p14:creationId xmlns:p14="http://schemas.microsoft.com/office/powerpoint/2010/main" val="373942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CD855-9760-6304-F938-D75DB427AF02}"/>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9F25EAA2-C9E4-7BEE-CE1D-C1814FA392A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EA52BC4A-6AC1-848F-0AC3-C6FBC825E44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EA1D66AC-BC4A-E3D8-9B77-DE0F0DFE0B6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10</a:t>
            </a:fld>
            <a:endParaRPr lang="es-ES" altLang="en-US" dirty="0">
              <a:solidFill>
                <a:srgbClr val="000000"/>
              </a:solidFill>
            </a:endParaRPr>
          </a:p>
        </p:txBody>
      </p:sp>
    </p:spTree>
    <p:extLst>
      <p:ext uri="{BB962C8B-B14F-4D97-AF65-F5344CB8AC3E}">
        <p14:creationId xmlns:p14="http://schemas.microsoft.com/office/powerpoint/2010/main" val="2704534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D0AB7-85ED-0C5C-3FB5-51056F09BB18}"/>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6A87385F-A0C9-CF9E-CF7E-E67E12CDE1D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61B1C132-F88F-67E3-8155-F36C43599B5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43255F43-B9C4-94F2-18BB-5FE969A433B8}"/>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11</a:t>
            </a:fld>
            <a:endParaRPr lang="es-ES" altLang="en-US" dirty="0">
              <a:solidFill>
                <a:srgbClr val="000000"/>
              </a:solidFill>
            </a:endParaRPr>
          </a:p>
        </p:txBody>
      </p:sp>
    </p:spTree>
    <p:extLst>
      <p:ext uri="{BB962C8B-B14F-4D97-AF65-F5344CB8AC3E}">
        <p14:creationId xmlns:p14="http://schemas.microsoft.com/office/powerpoint/2010/main" val="4087331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F4EC9-F404-03D1-A758-EC2366798350}"/>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FAC4D5B2-93AB-7AC3-313D-88D8D2C739E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F562BADB-4889-154D-5E13-686A071BB71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BF0FB696-7CC9-7567-C076-73F7D65970C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12</a:t>
            </a:fld>
            <a:endParaRPr lang="es-ES" altLang="en-US" dirty="0">
              <a:solidFill>
                <a:srgbClr val="000000"/>
              </a:solidFill>
            </a:endParaRPr>
          </a:p>
        </p:txBody>
      </p:sp>
    </p:spTree>
    <p:extLst>
      <p:ext uri="{BB962C8B-B14F-4D97-AF65-F5344CB8AC3E}">
        <p14:creationId xmlns:p14="http://schemas.microsoft.com/office/powerpoint/2010/main" val="31110569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DA275-DB5F-295E-CCBC-68B95D2F149F}"/>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9EB2F242-1895-4656-6A2A-05375D9FEA1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7D777DE4-28DD-A82A-761E-28D8B5BE22C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E931D774-A9F3-20E4-CD63-2672D792902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13</a:t>
            </a:fld>
            <a:endParaRPr lang="es-ES" altLang="en-US" dirty="0">
              <a:solidFill>
                <a:srgbClr val="000000"/>
              </a:solidFill>
            </a:endParaRPr>
          </a:p>
        </p:txBody>
      </p:sp>
    </p:spTree>
    <p:extLst>
      <p:ext uri="{BB962C8B-B14F-4D97-AF65-F5344CB8AC3E}">
        <p14:creationId xmlns:p14="http://schemas.microsoft.com/office/powerpoint/2010/main" val="2929616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F877-C869-E97E-C63C-5B0505190035}"/>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019A27F7-7A2C-541C-D517-0F889217F45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F96014DD-A2F0-A0EB-2959-01CDADF176C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BBF221D2-EA1D-633C-197E-CFA4CD49846D}"/>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14</a:t>
            </a:fld>
            <a:endParaRPr lang="es-ES" altLang="en-US" dirty="0">
              <a:solidFill>
                <a:srgbClr val="000000"/>
              </a:solidFill>
            </a:endParaRPr>
          </a:p>
        </p:txBody>
      </p:sp>
    </p:spTree>
    <p:extLst>
      <p:ext uri="{BB962C8B-B14F-4D97-AF65-F5344CB8AC3E}">
        <p14:creationId xmlns:p14="http://schemas.microsoft.com/office/powerpoint/2010/main" val="29622881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C6B93-48B8-3207-EC5B-3EEDF683558B}"/>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35FA1162-9A02-5063-DFDC-22245982E48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485FF55A-8A0F-9BA6-78E8-01B57F35D59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2F930E2B-1B70-C200-5FED-9163793E5F6D}"/>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15</a:t>
            </a:fld>
            <a:endParaRPr lang="es-ES" altLang="en-US" dirty="0">
              <a:solidFill>
                <a:srgbClr val="000000"/>
              </a:solidFill>
            </a:endParaRPr>
          </a:p>
        </p:txBody>
      </p:sp>
    </p:spTree>
    <p:extLst>
      <p:ext uri="{BB962C8B-B14F-4D97-AF65-F5344CB8AC3E}">
        <p14:creationId xmlns:p14="http://schemas.microsoft.com/office/powerpoint/2010/main" val="35330446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2EF84-2AB0-F1AA-6153-2FE13455CCFD}"/>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95378D09-7C32-8A82-0143-B6EE6DD2DE7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A4D9A4EF-3BA1-8F70-4103-DE46813F3F0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BDA967BD-A500-00C0-C81A-2F54CEF0B3A5}"/>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16</a:t>
            </a:fld>
            <a:endParaRPr lang="es-ES" altLang="en-US" dirty="0">
              <a:solidFill>
                <a:srgbClr val="000000"/>
              </a:solidFill>
            </a:endParaRPr>
          </a:p>
        </p:txBody>
      </p:sp>
    </p:spTree>
    <p:extLst>
      <p:ext uri="{BB962C8B-B14F-4D97-AF65-F5344CB8AC3E}">
        <p14:creationId xmlns:p14="http://schemas.microsoft.com/office/powerpoint/2010/main" val="1145628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0CB10-0B35-330F-B22F-593CA3DD0635}"/>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E2837BF4-1E89-E01A-A27C-E97149733A4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31ADF1B9-1318-F662-288D-1784F8C418C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02460603-5F41-B357-0460-35D2B208E10B}"/>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17</a:t>
            </a:fld>
            <a:endParaRPr lang="es-ES" altLang="en-US" dirty="0">
              <a:solidFill>
                <a:srgbClr val="000000"/>
              </a:solidFill>
            </a:endParaRPr>
          </a:p>
        </p:txBody>
      </p:sp>
    </p:spTree>
    <p:extLst>
      <p:ext uri="{BB962C8B-B14F-4D97-AF65-F5344CB8AC3E}">
        <p14:creationId xmlns:p14="http://schemas.microsoft.com/office/powerpoint/2010/main" val="5719793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9B185-ECBE-8C84-23E9-2C4FFC57F4CD}"/>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96E6DCF8-8678-E784-A208-17EF2820510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B2B779BD-0F21-65DC-5FA3-1A3C0D151F0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3A57482B-95F5-54B4-4EE2-279083A4B48C}"/>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18</a:t>
            </a:fld>
            <a:endParaRPr lang="es-ES" altLang="en-US" dirty="0">
              <a:solidFill>
                <a:srgbClr val="000000"/>
              </a:solidFill>
            </a:endParaRPr>
          </a:p>
        </p:txBody>
      </p:sp>
    </p:spTree>
    <p:extLst>
      <p:ext uri="{BB962C8B-B14F-4D97-AF65-F5344CB8AC3E}">
        <p14:creationId xmlns:p14="http://schemas.microsoft.com/office/powerpoint/2010/main" val="34567557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65AB9-2A14-0817-F33F-71C2F3AA45EE}"/>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16697EAF-2B79-1FA2-95A4-4C0A99E86B5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E811905F-AF2A-7A2C-3D7C-B6F7C8253DF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3FE43E4E-7FA6-739D-883B-4F9462E28187}"/>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19</a:t>
            </a:fld>
            <a:endParaRPr lang="es-ES" altLang="en-US" dirty="0">
              <a:solidFill>
                <a:srgbClr val="000000"/>
              </a:solidFill>
            </a:endParaRPr>
          </a:p>
        </p:txBody>
      </p:sp>
    </p:spTree>
    <p:extLst>
      <p:ext uri="{BB962C8B-B14F-4D97-AF65-F5344CB8AC3E}">
        <p14:creationId xmlns:p14="http://schemas.microsoft.com/office/powerpoint/2010/main" val="36635223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7D21C-2B4C-57D4-98A3-D06C3D1D4C2A}"/>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20808057-8F61-AF14-7038-75498D2648E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C364BA5A-C2EB-F2EC-D899-3D4E3B5C900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A5CF59FF-2843-3F42-87B0-90A3B8AFF8E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20</a:t>
            </a:fld>
            <a:endParaRPr lang="es-ES" altLang="en-US" dirty="0">
              <a:solidFill>
                <a:srgbClr val="000000"/>
              </a:solidFill>
            </a:endParaRPr>
          </a:p>
        </p:txBody>
      </p:sp>
    </p:spTree>
    <p:extLst>
      <p:ext uri="{BB962C8B-B14F-4D97-AF65-F5344CB8AC3E}">
        <p14:creationId xmlns:p14="http://schemas.microsoft.com/office/powerpoint/2010/main" val="14070834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1367F-736B-6E58-1091-371CEEB7A508}"/>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71F6A3EA-62BD-CC42-61CD-BB82D5515B9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D2FB6D89-02F7-AB75-0DA7-4673D9484BC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40F577D2-775B-CD8B-23CD-9CF660AF461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21</a:t>
            </a:fld>
            <a:endParaRPr lang="es-ES" altLang="en-US" dirty="0">
              <a:solidFill>
                <a:srgbClr val="000000"/>
              </a:solidFill>
            </a:endParaRPr>
          </a:p>
        </p:txBody>
      </p:sp>
    </p:spTree>
    <p:extLst>
      <p:ext uri="{BB962C8B-B14F-4D97-AF65-F5344CB8AC3E}">
        <p14:creationId xmlns:p14="http://schemas.microsoft.com/office/powerpoint/2010/main" val="23451215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9FDEB-27D6-EDF3-BD8C-DDC4944F07FF}"/>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A5011B27-82A3-191A-E8F9-68AE9E2D958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8DF4F72A-9501-5156-8D63-2D4666DD1B7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673CC152-8149-6003-7CF1-6F5788170917}"/>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22</a:t>
            </a:fld>
            <a:endParaRPr lang="es-ES" altLang="en-US" dirty="0">
              <a:solidFill>
                <a:srgbClr val="000000"/>
              </a:solidFill>
            </a:endParaRPr>
          </a:p>
        </p:txBody>
      </p:sp>
    </p:spTree>
    <p:extLst>
      <p:ext uri="{BB962C8B-B14F-4D97-AF65-F5344CB8AC3E}">
        <p14:creationId xmlns:p14="http://schemas.microsoft.com/office/powerpoint/2010/main" val="25063069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AFECB-D7F5-93F8-23AD-E259CC608100}"/>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988EF636-AC31-BAC1-EB17-752380923A6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9F31F407-3A5B-CDE1-CBEE-4186F0A2D0C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150ED0E9-64D7-AC48-42BC-046B8F518DD0}"/>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23</a:t>
            </a:fld>
            <a:endParaRPr lang="es-ES" altLang="en-US" dirty="0">
              <a:solidFill>
                <a:srgbClr val="000000"/>
              </a:solidFill>
            </a:endParaRPr>
          </a:p>
        </p:txBody>
      </p:sp>
    </p:spTree>
    <p:extLst>
      <p:ext uri="{BB962C8B-B14F-4D97-AF65-F5344CB8AC3E}">
        <p14:creationId xmlns:p14="http://schemas.microsoft.com/office/powerpoint/2010/main" val="38229758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1EE4A-80C8-10B9-34FA-4A50A9706388}"/>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71E19649-5E07-989A-AAF0-FE4AE776597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6BD9F6A5-19EA-F6B6-E2BA-B762D4F3071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858E00B1-13FA-C889-CBF3-257225CDA156}"/>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24</a:t>
            </a:fld>
            <a:endParaRPr lang="es-ES" altLang="en-US" dirty="0">
              <a:solidFill>
                <a:srgbClr val="000000"/>
              </a:solidFill>
            </a:endParaRPr>
          </a:p>
        </p:txBody>
      </p:sp>
    </p:spTree>
    <p:extLst>
      <p:ext uri="{BB962C8B-B14F-4D97-AF65-F5344CB8AC3E}">
        <p14:creationId xmlns:p14="http://schemas.microsoft.com/office/powerpoint/2010/main" val="72251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004D9-A25D-7D5E-4577-AFE4985222C1}"/>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F0CCF03F-45CB-32FD-A8C4-655957EEEF7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4B229496-4549-2B93-4E70-2F3FE38D40B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FDF47FDF-6046-0E2D-0775-73976F1D1D7A}"/>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25</a:t>
            </a:fld>
            <a:endParaRPr lang="es-ES" altLang="en-US" dirty="0">
              <a:solidFill>
                <a:srgbClr val="000000"/>
              </a:solidFill>
            </a:endParaRPr>
          </a:p>
        </p:txBody>
      </p:sp>
    </p:spTree>
    <p:extLst>
      <p:ext uri="{BB962C8B-B14F-4D97-AF65-F5344CB8AC3E}">
        <p14:creationId xmlns:p14="http://schemas.microsoft.com/office/powerpoint/2010/main" val="14928580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987C4-17AD-E6A8-030E-87D908BEDFA8}"/>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0EB799C0-2416-9EE3-BE03-E06966A9AAB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940B0EB4-FC0C-A0B3-43FD-BB1034B4126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BA6B2F6B-08D5-C573-E64C-28D4AFCCC017}"/>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26</a:t>
            </a:fld>
            <a:endParaRPr lang="es-ES" altLang="en-US" dirty="0">
              <a:solidFill>
                <a:srgbClr val="000000"/>
              </a:solidFill>
            </a:endParaRPr>
          </a:p>
        </p:txBody>
      </p:sp>
    </p:spTree>
    <p:extLst>
      <p:ext uri="{BB962C8B-B14F-4D97-AF65-F5344CB8AC3E}">
        <p14:creationId xmlns:p14="http://schemas.microsoft.com/office/powerpoint/2010/main" val="9227261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FC829-6605-2A71-BE3B-C6D53BDDF938}"/>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6D2CF944-D1E4-DD7B-77C9-08DF986F468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75F506EA-9158-9813-0509-C0936A4880B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A283E86B-7C46-E4B8-A41C-E3E533CBBB20}"/>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27</a:t>
            </a:fld>
            <a:endParaRPr lang="es-ES" altLang="en-US" dirty="0">
              <a:solidFill>
                <a:srgbClr val="000000"/>
              </a:solidFill>
            </a:endParaRPr>
          </a:p>
        </p:txBody>
      </p:sp>
    </p:spTree>
    <p:extLst>
      <p:ext uri="{BB962C8B-B14F-4D97-AF65-F5344CB8AC3E}">
        <p14:creationId xmlns:p14="http://schemas.microsoft.com/office/powerpoint/2010/main" val="392207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7DD15-FFC4-5045-7D93-65FD6969EBE7}"/>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32144870-5186-CE82-5F30-F02560F86C6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6F0E7FAD-6C1F-5DD6-8D42-3B5F3967576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35D9F1E7-2F70-67D0-16BC-3E4D561E4C8A}"/>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28</a:t>
            </a:fld>
            <a:endParaRPr lang="es-ES" altLang="en-US" dirty="0">
              <a:solidFill>
                <a:srgbClr val="000000"/>
              </a:solidFill>
            </a:endParaRPr>
          </a:p>
        </p:txBody>
      </p:sp>
    </p:spTree>
    <p:extLst>
      <p:ext uri="{BB962C8B-B14F-4D97-AF65-F5344CB8AC3E}">
        <p14:creationId xmlns:p14="http://schemas.microsoft.com/office/powerpoint/2010/main" val="37797604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581F3-535C-ADD5-4EBC-8E3244D981B6}"/>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951C1BCD-F929-C818-055A-2E939BF91DD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4559FA79-0A52-5D0F-2FE7-7E9DA29E0FB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743DD456-0ABC-374F-7C4D-B457AA163012}"/>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29</a:t>
            </a:fld>
            <a:endParaRPr lang="es-ES" altLang="en-US" dirty="0">
              <a:solidFill>
                <a:srgbClr val="000000"/>
              </a:solidFill>
            </a:endParaRPr>
          </a:p>
        </p:txBody>
      </p:sp>
    </p:spTree>
    <p:extLst>
      <p:ext uri="{BB962C8B-B14F-4D97-AF65-F5344CB8AC3E}">
        <p14:creationId xmlns:p14="http://schemas.microsoft.com/office/powerpoint/2010/main" val="24313818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64167-39E9-EA2E-0708-4023C9C3880D}"/>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9713D579-245E-F817-B862-03F6BB7550C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CBC6F84F-69D7-E780-A76A-08DDD3E6A22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BE5046A2-2F64-ABDC-1210-354EC68213DA}"/>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30</a:t>
            </a:fld>
            <a:endParaRPr lang="es-ES" altLang="en-US" dirty="0">
              <a:solidFill>
                <a:srgbClr val="000000"/>
              </a:solidFill>
            </a:endParaRPr>
          </a:p>
        </p:txBody>
      </p:sp>
    </p:spTree>
    <p:extLst>
      <p:ext uri="{BB962C8B-B14F-4D97-AF65-F5344CB8AC3E}">
        <p14:creationId xmlns:p14="http://schemas.microsoft.com/office/powerpoint/2010/main" val="15548174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5D39E-5177-7E7D-1E79-E392B6B4CE89}"/>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9C985F1C-8941-3EA4-C9B7-83533791F4A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BDA78996-36FA-FA83-62C4-532B2E850BE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F1C21FA3-0705-6329-480D-FFF5EEFEF6E0}"/>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31</a:t>
            </a:fld>
            <a:endParaRPr lang="es-ES" altLang="en-US" dirty="0">
              <a:solidFill>
                <a:srgbClr val="000000"/>
              </a:solidFill>
            </a:endParaRPr>
          </a:p>
        </p:txBody>
      </p:sp>
    </p:spTree>
    <p:extLst>
      <p:ext uri="{BB962C8B-B14F-4D97-AF65-F5344CB8AC3E}">
        <p14:creationId xmlns:p14="http://schemas.microsoft.com/office/powerpoint/2010/main" val="20672087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6EBC8-FA84-DA8A-590D-2C2628DAD1F1}"/>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E5CB49BB-B10F-A60D-87D6-A7A972F2B2E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88EEA698-50B5-6C68-9A2B-0BD059882AF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3A4B1B07-5491-FE1F-DAB0-FBC68AFCDE5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32</a:t>
            </a:fld>
            <a:endParaRPr lang="es-ES" altLang="en-US" dirty="0">
              <a:solidFill>
                <a:srgbClr val="000000"/>
              </a:solidFill>
            </a:endParaRPr>
          </a:p>
        </p:txBody>
      </p:sp>
    </p:spTree>
    <p:extLst>
      <p:ext uri="{BB962C8B-B14F-4D97-AF65-F5344CB8AC3E}">
        <p14:creationId xmlns:p14="http://schemas.microsoft.com/office/powerpoint/2010/main" val="20304762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12C4C-797E-AA1D-7871-1BDDFD12B4D8}"/>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75DEA65A-CBC7-4AC1-91AC-E8DE6A63DB2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586662D4-E142-EF43-8F51-A256177FCB8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21CF49BC-0922-DEC6-05A0-EC72F50688BA}"/>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33</a:t>
            </a:fld>
            <a:endParaRPr lang="es-ES" altLang="en-US" dirty="0">
              <a:solidFill>
                <a:srgbClr val="000000"/>
              </a:solidFill>
            </a:endParaRPr>
          </a:p>
        </p:txBody>
      </p:sp>
    </p:spTree>
    <p:extLst>
      <p:ext uri="{BB962C8B-B14F-4D97-AF65-F5344CB8AC3E}">
        <p14:creationId xmlns:p14="http://schemas.microsoft.com/office/powerpoint/2010/main" val="21031345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8C1AE-910B-D0AE-B7C2-ECE50A0C343E}"/>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B920BBEA-D072-F23C-C66E-EA320DD14EE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BB663E49-6D85-4F49-E00C-3940B513DC0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67AF653B-9E46-5C13-A23A-F40377689FF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34</a:t>
            </a:fld>
            <a:endParaRPr lang="es-ES" altLang="en-US" dirty="0">
              <a:solidFill>
                <a:srgbClr val="000000"/>
              </a:solidFill>
            </a:endParaRPr>
          </a:p>
        </p:txBody>
      </p:sp>
    </p:spTree>
    <p:extLst>
      <p:ext uri="{BB962C8B-B14F-4D97-AF65-F5344CB8AC3E}">
        <p14:creationId xmlns:p14="http://schemas.microsoft.com/office/powerpoint/2010/main" val="11846599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0F8B5-4C3B-0CF9-03AA-E83A5903CEBA}"/>
            </a:ext>
          </a:extLst>
        </p:cNvPr>
        <p:cNvGrpSpPr/>
        <p:nvPr/>
      </p:nvGrpSpPr>
      <p:grpSpPr>
        <a:xfrm>
          <a:off x="0" y="0"/>
          <a:ext cx="0" cy="0"/>
          <a:chOff x="0" y="0"/>
          <a:chExt cx="0" cy="0"/>
        </a:xfrm>
      </p:grpSpPr>
      <p:sp>
        <p:nvSpPr>
          <p:cNvPr id="10241" name="Marcador de imagen de diapositiva 1">
            <a:extLst>
              <a:ext uri="{FF2B5EF4-FFF2-40B4-BE49-F238E27FC236}">
                <a16:creationId xmlns:a16="http://schemas.microsoft.com/office/drawing/2014/main" id="{5828DE3C-F7F7-552E-0A67-23F79403444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0242" name="Marcador de notas 2">
            <a:extLst>
              <a:ext uri="{FF2B5EF4-FFF2-40B4-BE49-F238E27FC236}">
                <a16:creationId xmlns:a16="http://schemas.microsoft.com/office/drawing/2014/main" id="{7ADB8C8F-C5BF-8FFC-2589-ACAC870EEA1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 altLang="en-US" dirty="0"/>
          </a:p>
        </p:txBody>
      </p:sp>
      <p:sp>
        <p:nvSpPr>
          <p:cNvPr id="10243" name="Marcador de número de diapositiva 3">
            <a:extLst>
              <a:ext uri="{FF2B5EF4-FFF2-40B4-BE49-F238E27FC236}">
                <a16:creationId xmlns:a16="http://schemas.microsoft.com/office/drawing/2014/main" id="{6AB2CA37-94A9-2E85-480A-209B7DDE188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6DCBB-E881-4929-A58A-A9CE2820BA72}" type="slidenum">
              <a:rPr lang="es-ES" altLang="en-US">
                <a:solidFill>
                  <a:srgbClr val="000000"/>
                </a:solidFill>
              </a:rPr>
              <a:pPr/>
              <a:t>35</a:t>
            </a:fld>
            <a:endParaRPr lang="es-ES" altLang="en-US" dirty="0">
              <a:solidFill>
                <a:srgbClr val="000000"/>
              </a:solidFill>
            </a:endParaRPr>
          </a:p>
        </p:txBody>
      </p:sp>
    </p:spTree>
    <p:extLst>
      <p:ext uri="{BB962C8B-B14F-4D97-AF65-F5344CB8AC3E}">
        <p14:creationId xmlns:p14="http://schemas.microsoft.com/office/powerpoint/2010/main" val="4054786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4" name="bg object 16">
            <a:extLst>
              <a:ext uri="{FF2B5EF4-FFF2-40B4-BE49-F238E27FC236}">
                <a16:creationId xmlns:a16="http://schemas.microsoft.com/office/drawing/2014/main" id="{E793D3F6-DAB0-98E7-5AD3-4FFF1484A5F1}"/>
              </a:ext>
            </a:extLst>
          </p:cNvPr>
          <p:cNvSpPr>
            <a:spLocks/>
          </p:cNvSpPr>
          <p:nvPr/>
        </p:nvSpPr>
        <p:spPr bwMode="auto">
          <a:xfrm>
            <a:off x="0" y="0"/>
            <a:ext cx="20104100" cy="11309350"/>
          </a:xfrm>
          <a:custGeom>
            <a:avLst/>
            <a:gdLst>
              <a:gd name="T0" fmla="*/ 20104099 w 20104100"/>
              <a:gd name="T1" fmla="*/ 0 h 11308715"/>
              <a:gd name="T2" fmla="*/ 0 w 20104100"/>
              <a:gd name="T3" fmla="*/ 0 h 11308715"/>
              <a:gd name="T4" fmla="*/ 0 w 20104100"/>
              <a:gd name="T5" fmla="*/ 11308556 h 11308715"/>
              <a:gd name="T6" fmla="*/ 20104099 w 20104100"/>
              <a:gd name="T7" fmla="*/ 11308556 h 11308715"/>
              <a:gd name="T8" fmla="*/ 20104099 w 20104100"/>
              <a:gd name="T9" fmla="*/ 0 h 11308715"/>
            </a:gdLst>
            <a:ahLst/>
            <a:cxnLst>
              <a:cxn ang="0">
                <a:pos x="T0" y="T1"/>
              </a:cxn>
              <a:cxn ang="0">
                <a:pos x="T2" y="T3"/>
              </a:cxn>
              <a:cxn ang="0">
                <a:pos x="T4" y="T5"/>
              </a:cxn>
              <a:cxn ang="0">
                <a:pos x="T6" y="T7"/>
              </a:cxn>
              <a:cxn ang="0">
                <a:pos x="T8" y="T9"/>
              </a:cxn>
            </a:cxnLst>
            <a:rect l="0" t="0" r="r" b="b"/>
            <a:pathLst>
              <a:path w="20104100" h="11308715">
                <a:moveTo>
                  <a:pt x="20104099" y="0"/>
                </a:moveTo>
                <a:lnTo>
                  <a:pt x="0" y="0"/>
                </a:lnTo>
                <a:lnTo>
                  <a:pt x="0" y="11308556"/>
                </a:lnTo>
                <a:lnTo>
                  <a:pt x="20104099" y="11308556"/>
                </a:lnTo>
                <a:lnTo>
                  <a:pt x="20104099" y="0"/>
                </a:lnTo>
                <a:close/>
              </a:path>
            </a:pathLst>
          </a:custGeom>
          <a:solidFill>
            <a:srgbClr val="0E1C3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bg object 17">
            <a:extLst>
              <a:ext uri="{FF2B5EF4-FFF2-40B4-BE49-F238E27FC236}">
                <a16:creationId xmlns:a16="http://schemas.microsoft.com/office/drawing/2014/main" id="{BBCDB76C-8B25-855D-95CE-71DACA21A699}"/>
              </a:ext>
            </a:extLst>
          </p:cNvPr>
          <p:cNvSpPr>
            <a:spLocks/>
          </p:cNvSpPr>
          <p:nvPr/>
        </p:nvSpPr>
        <p:spPr bwMode="auto">
          <a:xfrm>
            <a:off x="0" y="0"/>
            <a:ext cx="20104100" cy="11309350"/>
          </a:xfrm>
          <a:custGeom>
            <a:avLst/>
            <a:gdLst>
              <a:gd name="T0" fmla="*/ 20104099 w 20104100"/>
              <a:gd name="T1" fmla="*/ 0 h 11308715"/>
              <a:gd name="T2" fmla="*/ 0 w 20104100"/>
              <a:gd name="T3" fmla="*/ 0 h 11308715"/>
              <a:gd name="T4" fmla="*/ 0 w 20104100"/>
              <a:gd name="T5" fmla="*/ 11308556 h 11308715"/>
              <a:gd name="T6" fmla="*/ 20104099 w 20104100"/>
              <a:gd name="T7" fmla="*/ 11308556 h 11308715"/>
              <a:gd name="T8" fmla="*/ 20104099 w 20104100"/>
              <a:gd name="T9" fmla="*/ 0 h 11308715"/>
            </a:gdLst>
            <a:ahLst/>
            <a:cxnLst>
              <a:cxn ang="0">
                <a:pos x="T0" y="T1"/>
              </a:cxn>
              <a:cxn ang="0">
                <a:pos x="T2" y="T3"/>
              </a:cxn>
              <a:cxn ang="0">
                <a:pos x="T4" y="T5"/>
              </a:cxn>
              <a:cxn ang="0">
                <a:pos x="T6" y="T7"/>
              </a:cxn>
              <a:cxn ang="0">
                <a:pos x="T8" y="T9"/>
              </a:cxn>
            </a:cxnLst>
            <a:rect l="0" t="0" r="r" b="b"/>
            <a:pathLst>
              <a:path w="20104100" h="11308715">
                <a:moveTo>
                  <a:pt x="20104099" y="0"/>
                </a:moveTo>
                <a:lnTo>
                  <a:pt x="0" y="0"/>
                </a:lnTo>
                <a:lnTo>
                  <a:pt x="0" y="11308556"/>
                </a:lnTo>
                <a:lnTo>
                  <a:pt x="20104099" y="11308556"/>
                </a:lnTo>
                <a:lnTo>
                  <a:pt x="20104099" y="0"/>
                </a:lnTo>
                <a:close/>
              </a:path>
            </a:pathLst>
          </a:custGeom>
          <a:solidFill>
            <a:srgbClr val="0E1C34">
              <a:alpha val="29803"/>
            </a:srgbClr>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 name="Holder 2"/>
          <p:cNvSpPr>
            <a:spLocks noGrp="1"/>
          </p:cNvSpPr>
          <p:nvPr>
            <p:ph type="ctrTitle"/>
          </p:nvPr>
        </p:nvSpPr>
        <p:spPr>
          <a:xfrm>
            <a:off x="10039329" y="4281427"/>
            <a:ext cx="5255894" cy="2538729"/>
          </a:xfrm>
          <a:prstGeom prst="rect">
            <a:avLst/>
          </a:prstGeom>
        </p:spPr>
        <p:txBody>
          <a:bodyPr/>
          <a:lstStyle>
            <a:lvl1pPr>
              <a:defRPr sz="3300" b="0" i="0">
                <a:solidFill>
                  <a:srgbClr val="5D5D5D"/>
                </a:solidFill>
                <a:latin typeface="Calibri"/>
                <a:cs typeface="Calibri"/>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a:lstStyle>
            <a:lvl1pPr>
              <a:defRPr/>
            </a:lvl1pPr>
          </a:lstStyle>
          <a:p>
            <a:endParaRPr/>
          </a:p>
        </p:txBody>
      </p:sp>
      <p:sp>
        <p:nvSpPr>
          <p:cNvPr id="6" name="Holder 4">
            <a:extLst>
              <a:ext uri="{FF2B5EF4-FFF2-40B4-BE49-F238E27FC236}">
                <a16:creationId xmlns:a16="http://schemas.microsoft.com/office/drawing/2014/main" id="{0F66E1E8-A3F2-2619-600F-0BF2567F3325}"/>
              </a:ext>
            </a:extLst>
          </p:cNvPr>
          <p:cNvSpPr>
            <a:spLocks noGrp="1"/>
          </p:cNvSpPr>
          <p:nvPr>
            <p:ph type="ftr" sz="quarter" idx="10"/>
          </p:nvPr>
        </p:nvSpPr>
        <p:spPr/>
        <p:txBody>
          <a:bodyPr/>
          <a:lstStyle>
            <a:lvl1pPr>
              <a:defRPr sz="1650" b="1" i="0" dirty="0">
                <a:solidFill>
                  <a:srgbClr val="0F1D34"/>
                </a:solidFill>
                <a:latin typeface="Open Sans SemiBold"/>
                <a:cs typeface="Open Sans SemiBold"/>
              </a:defRPr>
            </a:lvl1pPr>
          </a:lstStyle>
          <a:p>
            <a:pPr>
              <a:defRPr/>
            </a:pPr>
            <a:r>
              <a:t>IT</a:t>
            </a:r>
            <a:r>
              <a:rPr spc="-15"/>
              <a:t> </a:t>
            </a:r>
            <a:r>
              <a:rPr spc="-10"/>
              <a:t>Services</a:t>
            </a:r>
          </a:p>
        </p:txBody>
      </p:sp>
      <p:sp>
        <p:nvSpPr>
          <p:cNvPr id="7" name="Holder 5">
            <a:extLst>
              <a:ext uri="{FF2B5EF4-FFF2-40B4-BE49-F238E27FC236}">
                <a16:creationId xmlns:a16="http://schemas.microsoft.com/office/drawing/2014/main" id="{160742E2-CBCE-49F9-AECC-6F99AEC744FD}"/>
              </a:ext>
            </a:extLst>
          </p:cNvPr>
          <p:cNvSpPr>
            <a:spLocks noGrp="1" noChangeArrowheads="1"/>
          </p:cNvSpPr>
          <p:nvPr>
            <p:ph type="dt" sz="half" idx="11"/>
          </p:nvPr>
        </p:nvSpPr>
        <p:spPr/>
        <p:txBody>
          <a:bodyPr/>
          <a:lstStyle>
            <a:lvl1pPr>
              <a:defRPr/>
            </a:lvl1pPr>
          </a:lstStyle>
          <a:p>
            <a:fld id="{1C09B728-76F0-4245-9067-52319B86ABD9}" type="datetimeFigureOut">
              <a:rPr lang="en-US" altLang="en-US" smtClean="0"/>
              <a:pPr/>
              <a:t>3/23/2026</a:t>
            </a:fld>
            <a:endParaRPr lang="en-US" altLang="en-US"/>
          </a:p>
        </p:txBody>
      </p:sp>
      <p:sp>
        <p:nvSpPr>
          <p:cNvPr id="8" name="Holder 6">
            <a:extLst>
              <a:ext uri="{FF2B5EF4-FFF2-40B4-BE49-F238E27FC236}">
                <a16:creationId xmlns:a16="http://schemas.microsoft.com/office/drawing/2014/main" id="{B63A148D-3F45-3E11-5D4B-CAED5E07F1E2}"/>
              </a:ext>
            </a:extLst>
          </p:cNvPr>
          <p:cNvSpPr>
            <a:spLocks noGrp="1" noChangeArrowheads="1"/>
          </p:cNvSpPr>
          <p:nvPr>
            <p:ph type="sldNum" sz="quarter" idx="12"/>
          </p:nvPr>
        </p:nvSpPr>
        <p:spPr/>
        <p:txBody>
          <a:bodyPr/>
          <a:lstStyle>
            <a:lvl1pPr>
              <a:defRPr/>
            </a:lvl1pPr>
          </a:lstStyle>
          <a:p>
            <a:fld id="{0454AF28-1E8C-44F8-B5F2-BFFF01862F92}" type="slidenum">
              <a:rPr lang="en-US" altLang="en-US"/>
              <a:pPr/>
              <a:t>‹#›</a:t>
            </a:fld>
            <a:endParaRPr lang="en-US" altLang="en-US"/>
          </a:p>
        </p:txBody>
      </p:sp>
    </p:spTree>
    <p:extLst>
      <p:ext uri="{BB962C8B-B14F-4D97-AF65-F5344CB8AC3E}">
        <p14:creationId xmlns:p14="http://schemas.microsoft.com/office/powerpoint/2010/main" val="414346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300" b="0" i="0">
                <a:solidFill>
                  <a:srgbClr val="5D5D5D"/>
                </a:solidFill>
                <a:latin typeface="Calibri"/>
                <a:cs typeface="Calibri"/>
              </a:defRPr>
            </a:lvl1pPr>
          </a:lstStyle>
          <a:p>
            <a:endParaRPr/>
          </a:p>
        </p:txBody>
      </p:sp>
      <p:sp>
        <p:nvSpPr>
          <p:cNvPr id="3" name="Holder 3"/>
          <p:cNvSpPr>
            <a:spLocks noGrp="1"/>
          </p:cNvSpPr>
          <p:nvPr>
            <p:ph type="body" idx="1"/>
          </p:nvPr>
        </p:nvSpPr>
        <p:spPr/>
        <p:txBody>
          <a:bodyPr/>
          <a:lstStyle>
            <a:lvl1pPr>
              <a:defRPr/>
            </a:lvl1pPr>
          </a:lstStyle>
          <a:p>
            <a:endParaRPr/>
          </a:p>
        </p:txBody>
      </p:sp>
      <p:sp>
        <p:nvSpPr>
          <p:cNvPr id="4" name="Holder 4">
            <a:extLst>
              <a:ext uri="{FF2B5EF4-FFF2-40B4-BE49-F238E27FC236}">
                <a16:creationId xmlns:a16="http://schemas.microsoft.com/office/drawing/2014/main" id="{FA8DA2AA-C56D-3883-F683-20F1FFEF68F4}"/>
              </a:ext>
            </a:extLst>
          </p:cNvPr>
          <p:cNvSpPr>
            <a:spLocks noGrp="1"/>
          </p:cNvSpPr>
          <p:nvPr>
            <p:ph type="ftr" sz="quarter" idx="10"/>
          </p:nvPr>
        </p:nvSpPr>
        <p:spPr/>
        <p:txBody>
          <a:bodyPr/>
          <a:lstStyle>
            <a:lvl1pPr>
              <a:defRPr/>
            </a:lvl1pPr>
          </a:lstStyle>
          <a:p>
            <a:pPr>
              <a:defRPr/>
            </a:pPr>
            <a:r>
              <a:t>IT</a:t>
            </a:r>
            <a:r>
              <a:rPr spc="-15"/>
              <a:t> </a:t>
            </a:r>
            <a:r>
              <a:rPr spc="-10"/>
              <a:t>Services</a:t>
            </a:r>
          </a:p>
        </p:txBody>
      </p:sp>
      <p:sp>
        <p:nvSpPr>
          <p:cNvPr id="5" name="Holder 5">
            <a:extLst>
              <a:ext uri="{FF2B5EF4-FFF2-40B4-BE49-F238E27FC236}">
                <a16:creationId xmlns:a16="http://schemas.microsoft.com/office/drawing/2014/main" id="{6BD12C95-E10F-F6AF-DC50-534CDDFB3272}"/>
              </a:ext>
            </a:extLst>
          </p:cNvPr>
          <p:cNvSpPr>
            <a:spLocks noGrp="1" noChangeArrowheads="1"/>
          </p:cNvSpPr>
          <p:nvPr>
            <p:ph type="dt" sz="half" idx="11"/>
          </p:nvPr>
        </p:nvSpPr>
        <p:spPr>
          <a:ln/>
        </p:spPr>
        <p:txBody>
          <a:bodyPr/>
          <a:lstStyle>
            <a:lvl1pPr>
              <a:defRPr/>
            </a:lvl1pPr>
          </a:lstStyle>
          <a:p>
            <a:fld id="{99375302-4424-4F47-BA34-14156057B1BD}" type="datetimeFigureOut">
              <a:rPr lang="en-US" altLang="en-US" smtClean="0"/>
              <a:pPr/>
              <a:t>3/23/2026</a:t>
            </a:fld>
            <a:endParaRPr lang="en-US" altLang="en-US"/>
          </a:p>
        </p:txBody>
      </p:sp>
      <p:sp>
        <p:nvSpPr>
          <p:cNvPr id="6" name="Holder 6">
            <a:extLst>
              <a:ext uri="{FF2B5EF4-FFF2-40B4-BE49-F238E27FC236}">
                <a16:creationId xmlns:a16="http://schemas.microsoft.com/office/drawing/2014/main" id="{F10D078F-64EF-D3E6-FB89-CC84ABD90CFF}"/>
              </a:ext>
            </a:extLst>
          </p:cNvPr>
          <p:cNvSpPr>
            <a:spLocks noGrp="1" noChangeArrowheads="1"/>
          </p:cNvSpPr>
          <p:nvPr>
            <p:ph type="sldNum" sz="quarter" idx="12"/>
          </p:nvPr>
        </p:nvSpPr>
        <p:spPr>
          <a:ln/>
        </p:spPr>
        <p:txBody>
          <a:bodyPr/>
          <a:lstStyle>
            <a:lvl1pPr>
              <a:defRPr/>
            </a:lvl1pPr>
          </a:lstStyle>
          <a:p>
            <a:fld id="{14E9E464-ADA7-44C2-9851-E6CEFDA55D17}" type="slidenum">
              <a:rPr lang="en-US" altLang="en-US"/>
              <a:pPr/>
              <a:t>‹#›</a:t>
            </a:fld>
            <a:endParaRPr lang="en-US" altLang="en-US"/>
          </a:p>
        </p:txBody>
      </p:sp>
    </p:spTree>
    <p:extLst>
      <p:ext uri="{BB962C8B-B14F-4D97-AF65-F5344CB8AC3E}">
        <p14:creationId xmlns:p14="http://schemas.microsoft.com/office/powerpoint/2010/main" val="48747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5" name="bg object 16">
            <a:extLst>
              <a:ext uri="{FF2B5EF4-FFF2-40B4-BE49-F238E27FC236}">
                <a16:creationId xmlns:a16="http://schemas.microsoft.com/office/drawing/2014/main" id="{1B7C63FB-9FE5-3FF5-9041-F57543B985EA}"/>
              </a:ext>
            </a:extLst>
          </p:cNvPr>
          <p:cNvSpPr>
            <a:spLocks/>
          </p:cNvSpPr>
          <p:nvPr/>
        </p:nvSpPr>
        <p:spPr bwMode="auto">
          <a:xfrm>
            <a:off x="0" y="1862138"/>
            <a:ext cx="20104100" cy="7299325"/>
          </a:xfrm>
          <a:custGeom>
            <a:avLst/>
            <a:gdLst>
              <a:gd name="T0" fmla="*/ 20104099 w 20104100"/>
              <a:gd name="T1" fmla="*/ 0 h 7299959"/>
              <a:gd name="T2" fmla="*/ 0 w 20104100"/>
              <a:gd name="T3" fmla="*/ 0 h 7299959"/>
              <a:gd name="T4" fmla="*/ 0 w 20104100"/>
              <a:gd name="T5" fmla="*/ 7299652 h 7299959"/>
              <a:gd name="T6" fmla="*/ 20104099 w 20104100"/>
              <a:gd name="T7" fmla="*/ 7299652 h 7299959"/>
              <a:gd name="T8" fmla="*/ 20104099 w 20104100"/>
              <a:gd name="T9" fmla="*/ 0 h 7299959"/>
            </a:gdLst>
            <a:ahLst/>
            <a:cxnLst>
              <a:cxn ang="0">
                <a:pos x="T0" y="T1"/>
              </a:cxn>
              <a:cxn ang="0">
                <a:pos x="T2" y="T3"/>
              </a:cxn>
              <a:cxn ang="0">
                <a:pos x="T4" y="T5"/>
              </a:cxn>
              <a:cxn ang="0">
                <a:pos x="T6" y="T7"/>
              </a:cxn>
              <a:cxn ang="0">
                <a:pos x="T8" y="T9"/>
              </a:cxn>
            </a:cxnLst>
            <a:rect l="0" t="0" r="r" b="b"/>
            <a:pathLst>
              <a:path w="20104100" h="7299959">
                <a:moveTo>
                  <a:pt x="20104099" y="0"/>
                </a:moveTo>
                <a:lnTo>
                  <a:pt x="0" y="0"/>
                </a:lnTo>
                <a:lnTo>
                  <a:pt x="0" y="7299652"/>
                </a:lnTo>
                <a:lnTo>
                  <a:pt x="20104099" y="7299652"/>
                </a:lnTo>
                <a:lnTo>
                  <a:pt x="20104099" y="0"/>
                </a:lnTo>
                <a:close/>
              </a:path>
            </a:pathLst>
          </a:custGeom>
          <a:solidFill>
            <a:srgbClr val="F0EEEE"/>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6" name="bg object 17">
            <a:extLst>
              <a:ext uri="{FF2B5EF4-FFF2-40B4-BE49-F238E27FC236}">
                <a16:creationId xmlns:a16="http://schemas.microsoft.com/office/drawing/2014/main" id="{225A374C-89AC-E5DE-2A14-7852CB7CB57E}"/>
              </a:ext>
            </a:extLst>
          </p:cNvPr>
          <p:cNvSpPr>
            <a:spLocks/>
          </p:cNvSpPr>
          <p:nvPr/>
        </p:nvSpPr>
        <p:spPr bwMode="auto">
          <a:xfrm>
            <a:off x="15443200" y="3570288"/>
            <a:ext cx="641350" cy="641350"/>
          </a:xfrm>
          <a:custGeom>
            <a:avLst/>
            <a:gdLst>
              <a:gd name="T0" fmla="*/ 273234 w 641350"/>
              <a:gd name="T1" fmla="*/ 3481 h 641350"/>
              <a:gd name="T2" fmla="*/ 185520 w 641350"/>
              <a:gd name="T3" fmla="*/ 29833 h 641350"/>
              <a:gd name="T4" fmla="*/ 110346 w 641350"/>
              <a:gd name="T5" fmla="*/ 78709 h 641350"/>
              <a:gd name="T6" fmla="*/ 51705 w 641350"/>
              <a:gd name="T7" fmla="*/ 146116 h 641350"/>
              <a:gd name="T8" fmla="*/ 13592 w 641350"/>
              <a:gd name="T9" fmla="*/ 228059 h 641350"/>
              <a:gd name="T10" fmla="*/ 0 w 641350"/>
              <a:gd name="T11" fmla="*/ 320545 h 641350"/>
              <a:gd name="T12" fmla="*/ 13592 w 641350"/>
              <a:gd name="T13" fmla="*/ 413039 h 641350"/>
              <a:gd name="T14" fmla="*/ 51705 w 641350"/>
              <a:gd name="T15" fmla="*/ 495002 h 641350"/>
              <a:gd name="T16" fmla="*/ 110346 w 641350"/>
              <a:gd name="T17" fmla="*/ 562434 h 641350"/>
              <a:gd name="T18" fmla="*/ 185520 w 641350"/>
              <a:gd name="T19" fmla="*/ 611334 h 641350"/>
              <a:gd name="T20" fmla="*/ 273234 w 641350"/>
              <a:gd name="T21" fmla="*/ 637701 h 641350"/>
              <a:gd name="T22" fmla="*/ 367858 w 641350"/>
              <a:gd name="T23" fmla="*/ 637701 h 641350"/>
              <a:gd name="T24" fmla="*/ 455587 w 641350"/>
              <a:gd name="T25" fmla="*/ 611334 h 641350"/>
              <a:gd name="T26" fmla="*/ 530784 w 641350"/>
              <a:gd name="T27" fmla="*/ 562434 h 641350"/>
              <a:gd name="T28" fmla="*/ 589450 w 641350"/>
              <a:gd name="T29" fmla="*/ 495002 h 641350"/>
              <a:gd name="T30" fmla="*/ 320545 w 641350"/>
              <a:gd name="T31" fmla="*/ 480864 h 641350"/>
              <a:gd name="T32" fmla="*/ 225959 w 641350"/>
              <a:gd name="T33" fmla="*/ 449890 h 641350"/>
              <a:gd name="T34" fmla="*/ 168497 w 641350"/>
              <a:gd name="T35" fmla="*/ 371162 h 641350"/>
              <a:gd name="T36" fmla="*/ 168497 w 641350"/>
              <a:gd name="T37" fmla="*/ 269938 h 641350"/>
              <a:gd name="T38" fmla="*/ 225959 w 641350"/>
              <a:gd name="T39" fmla="*/ 191261 h 641350"/>
              <a:gd name="T40" fmla="*/ 320545 w 641350"/>
              <a:gd name="T41" fmla="*/ 160319 h 641350"/>
              <a:gd name="T42" fmla="*/ 589450 w 641350"/>
              <a:gd name="T43" fmla="*/ 146116 h 641350"/>
              <a:gd name="T44" fmla="*/ 530784 w 641350"/>
              <a:gd name="T45" fmla="*/ 78709 h 641350"/>
              <a:gd name="T46" fmla="*/ 455587 w 641350"/>
              <a:gd name="T47" fmla="*/ 29833 h 641350"/>
              <a:gd name="T48" fmla="*/ 367858 w 641350"/>
              <a:gd name="T49" fmla="*/ 3481 h 641350"/>
              <a:gd name="T50" fmla="*/ 597338 w 641350"/>
              <a:gd name="T51" fmla="*/ 160319 h 641350"/>
              <a:gd name="T52" fmla="*/ 371162 w 641350"/>
              <a:gd name="T53" fmla="*/ 168497 h 641350"/>
              <a:gd name="T54" fmla="*/ 449890 w 641350"/>
              <a:gd name="T55" fmla="*/ 225959 h 641350"/>
              <a:gd name="T56" fmla="*/ 480864 w 641350"/>
              <a:gd name="T57" fmla="*/ 320545 h 641350"/>
              <a:gd name="T58" fmla="*/ 449890 w 641350"/>
              <a:gd name="T59" fmla="*/ 415164 h 641350"/>
              <a:gd name="T60" fmla="*/ 371162 w 641350"/>
              <a:gd name="T61" fmla="*/ 472677 h 641350"/>
              <a:gd name="T62" fmla="*/ 597299 w 641350"/>
              <a:gd name="T63" fmla="*/ 480864 h 641350"/>
              <a:gd name="T64" fmla="*/ 627584 w 641350"/>
              <a:gd name="T65" fmla="*/ 413039 h 641350"/>
              <a:gd name="T66" fmla="*/ 641184 w 641350"/>
              <a:gd name="T67" fmla="*/ 320545 h 641350"/>
              <a:gd name="T68" fmla="*/ 627584 w 641350"/>
              <a:gd name="T69" fmla="*/ 228059 h 641350"/>
              <a:gd name="T70" fmla="*/ 597338 w 641350"/>
              <a:gd name="T71" fmla="*/ 160319 h 641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1350" h="641350">
                <a:moveTo>
                  <a:pt x="320545" y="0"/>
                </a:moveTo>
                <a:lnTo>
                  <a:pt x="273234" y="3481"/>
                </a:lnTo>
                <a:lnTo>
                  <a:pt x="228059" y="13592"/>
                </a:lnTo>
                <a:lnTo>
                  <a:pt x="185520" y="29833"/>
                </a:lnTo>
                <a:lnTo>
                  <a:pt x="146116" y="51705"/>
                </a:lnTo>
                <a:lnTo>
                  <a:pt x="110346" y="78709"/>
                </a:lnTo>
                <a:lnTo>
                  <a:pt x="78709" y="110346"/>
                </a:lnTo>
                <a:lnTo>
                  <a:pt x="51705" y="146116"/>
                </a:lnTo>
                <a:lnTo>
                  <a:pt x="29833" y="185520"/>
                </a:lnTo>
                <a:lnTo>
                  <a:pt x="13592" y="228059"/>
                </a:lnTo>
                <a:lnTo>
                  <a:pt x="3481" y="273234"/>
                </a:lnTo>
                <a:lnTo>
                  <a:pt x="0" y="320545"/>
                </a:lnTo>
                <a:lnTo>
                  <a:pt x="3481" y="367858"/>
                </a:lnTo>
                <a:lnTo>
                  <a:pt x="13592" y="413039"/>
                </a:lnTo>
                <a:lnTo>
                  <a:pt x="29833" y="455587"/>
                </a:lnTo>
                <a:lnTo>
                  <a:pt x="51705" y="495002"/>
                </a:lnTo>
                <a:lnTo>
                  <a:pt x="78709" y="530784"/>
                </a:lnTo>
                <a:lnTo>
                  <a:pt x="110346" y="562434"/>
                </a:lnTo>
                <a:lnTo>
                  <a:pt x="146116" y="589450"/>
                </a:lnTo>
                <a:lnTo>
                  <a:pt x="185520" y="611334"/>
                </a:lnTo>
                <a:lnTo>
                  <a:pt x="228059" y="627584"/>
                </a:lnTo>
                <a:lnTo>
                  <a:pt x="273234" y="637701"/>
                </a:lnTo>
                <a:lnTo>
                  <a:pt x="320545" y="641184"/>
                </a:lnTo>
                <a:lnTo>
                  <a:pt x="367858" y="637701"/>
                </a:lnTo>
                <a:lnTo>
                  <a:pt x="413039" y="627584"/>
                </a:lnTo>
                <a:lnTo>
                  <a:pt x="455587" y="611334"/>
                </a:lnTo>
                <a:lnTo>
                  <a:pt x="495002" y="589450"/>
                </a:lnTo>
                <a:lnTo>
                  <a:pt x="530784" y="562434"/>
                </a:lnTo>
                <a:lnTo>
                  <a:pt x="562434" y="530784"/>
                </a:lnTo>
                <a:lnTo>
                  <a:pt x="589450" y="495002"/>
                </a:lnTo>
                <a:lnTo>
                  <a:pt x="597299" y="480864"/>
                </a:lnTo>
                <a:lnTo>
                  <a:pt x="320545" y="480864"/>
                </a:lnTo>
                <a:lnTo>
                  <a:pt x="269938" y="472677"/>
                </a:lnTo>
                <a:lnTo>
                  <a:pt x="225959" y="449890"/>
                </a:lnTo>
                <a:lnTo>
                  <a:pt x="191261" y="415164"/>
                </a:lnTo>
                <a:lnTo>
                  <a:pt x="168497" y="371162"/>
                </a:lnTo>
                <a:lnTo>
                  <a:pt x="160319" y="320545"/>
                </a:lnTo>
                <a:lnTo>
                  <a:pt x="168497" y="269938"/>
                </a:lnTo>
                <a:lnTo>
                  <a:pt x="191261" y="225959"/>
                </a:lnTo>
                <a:lnTo>
                  <a:pt x="225959" y="191261"/>
                </a:lnTo>
                <a:lnTo>
                  <a:pt x="269938" y="168497"/>
                </a:lnTo>
                <a:lnTo>
                  <a:pt x="320545" y="160319"/>
                </a:lnTo>
                <a:lnTo>
                  <a:pt x="597338" y="160319"/>
                </a:lnTo>
                <a:lnTo>
                  <a:pt x="589450" y="146116"/>
                </a:lnTo>
                <a:lnTo>
                  <a:pt x="562434" y="110346"/>
                </a:lnTo>
                <a:lnTo>
                  <a:pt x="530784" y="78709"/>
                </a:lnTo>
                <a:lnTo>
                  <a:pt x="495002" y="51705"/>
                </a:lnTo>
                <a:lnTo>
                  <a:pt x="455587" y="29833"/>
                </a:lnTo>
                <a:lnTo>
                  <a:pt x="413039" y="13592"/>
                </a:lnTo>
                <a:lnTo>
                  <a:pt x="367858" y="3481"/>
                </a:lnTo>
                <a:lnTo>
                  <a:pt x="320545" y="0"/>
                </a:lnTo>
                <a:close/>
              </a:path>
              <a:path w="641350" h="641350">
                <a:moveTo>
                  <a:pt x="597338" y="160319"/>
                </a:moveTo>
                <a:lnTo>
                  <a:pt x="320545" y="160319"/>
                </a:lnTo>
                <a:lnTo>
                  <a:pt x="371162" y="168497"/>
                </a:lnTo>
                <a:lnTo>
                  <a:pt x="415164" y="191261"/>
                </a:lnTo>
                <a:lnTo>
                  <a:pt x="449890" y="225959"/>
                </a:lnTo>
                <a:lnTo>
                  <a:pt x="472677" y="269938"/>
                </a:lnTo>
                <a:lnTo>
                  <a:pt x="480864" y="320545"/>
                </a:lnTo>
                <a:lnTo>
                  <a:pt x="472677" y="371162"/>
                </a:lnTo>
                <a:lnTo>
                  <a:pt x="449890" y="415164"/>
                </a:lnTo>
                <a:lnTo>
                  <a:pt x="415164" y="449890"/>
                </a:lnTo>
                <a:lnTo>
                  <a:pt x="371162" y="472677"/>
                </a:lnTo>
                <a:lnTo>
                  <a:pt x="320545" y="480864"/>
                </a:lnTo>
                <a:lnTo>
                  <a:pt x="597299" y="480864"/>
                </a:lnTo>
                <a:lnTo>
                  <a:pt x="611334" y="455587"/>
                </a:lnTo>
                <a:lnTo>
                  <a:pt x="627584" y="413039"/>
                </a:lnTo>
                <a:lnTo>
                  <a:pt x="637701" y="367858"/>
                </a:lnTo>
                <a:lnTo>
                  <a:pt x="641184" y="320545"/>
                </a:lnTo>
                <a:lnTo>
                  <a:pt x="637701" y="273234"/>
                </a:lnTo>
                <a:lnTo>
                  <a:pt x="627584" y="228059"/>
                </a:lnTo>
                <a:lnTo>
                  <a:pt x="611334" y="185520"/>
                </a:lnTo>
                <a:lnTo>
                  <a:pt x="597338" y="160319"/>
                </a:lnTo>
                <a:close/>
              </a:path>
            </a:pathLst>
          </a:custGeom>
          <a:solidFill>
            <a:srgbClr val="3944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7" name="bg object 18">
            <a:extLst>
              <a:ext uri="{FF2B5EF4-FFF2-40B4-BE49-F238E27FC236}">
                <a16:creationId xmlns:a16="http://schemas.microsoft.com/office/drawing/2014/main" id="{F08AF110-978F-4829-F594-1E43DB72B686}"/>
              </a:ext>
            </a:extLst>
          </p:cNvPr>
          <p:cNvSpPr>
            <a:spLocks/>
          </p:cNvSpPr>
          <p:nvPr/>
        </p:nvSpPr>
        <p:spPr bwMode="auto">
          <a:xfrm>
            <a:off x="16563975" y="3570288"/>
            <a:ext cx="641350" cy="641350"/>
          </a:xfrm>
          <a:custGeom>
            <a:avLst/>
            <a:gdLst>
              <a:gd name="T0" fmla="*/ 273326 w 641350"/>
              <a:gd name="T1" fmla="*/ 3481 h 641350"/>
              <a:gd name="T2" fmla="*/ 185597 w 641350"/>
              <a:gd name="T3" fmla="*/ 29833 h 641350"/>
              <a:gd name="T4" fmla="*/ 110399 w 641350"/>
              <a:gd name="T5" fmla="*/ 78709 h 641350"/>
              <a:gd name="T6" fmla="*/ 51733 w 641350"/>
              <a:gd name="T7" fmla="*/ 146116 h 641350"/>
              <a:gd name="T8" fmla="*/ 13600 w 641350"/>
              <a:gd name="T9" fmla="*/ 228059 h 641350"/>
              <a:gd name="T10" fmla="*/ 0 w 641350"/>
              <a:gd name="T11" fmla="*/ 320545 h 641350"/>
              <a:gd name="T12" fmla="*/ 13600 w 641350"/>
              <a:gd name="T13" fmla="*/ 413039 h 641350"/>
              <a:gd name="T14" fmla="*/ 51733 w 641350"/>
              <a:gd name="T15" fmla="*/ 495002 h 641350"/>
              <a:gd name="T16" fmla="*/ 110399 w 641350"/>
              <a:gd name="T17" fmla="*/ 562434 h 641350"/>
              <a:gd name="T18" fmla="*/ 185597 w 641350"/>
              <a:gd name="T19" fmla="*/ 611334 h 641350"/>
              <a:gd name="T20" fmla="*/ 273326 w 641350"/>
              <a:gd name="T21" fmla="*/ 637701 h 641350"/>
              <a:gd name="T22" fmla="*/ 367950 w 641350"/>
              <a:gd name="T23" fmla="*/ 637701 h 641350"/>
              <a:gd name="T24" fmla="*/ 455664 w 641350"/>
              <a:gd name="T25" fmla="*/ 611334 h 641350"/>
              <a:gd name="T26" fmla="*/ 530838 w 641350"/>
              <a:gd name="T27" fmla="*/ 562434 h 641350"/>
              <a:gd name="T28" fmla="*/ 589479 w 641350"/>
              <a:gd name="T29" fmla="*/ 495002 h 641350"/>
              <a:gd name="T30" fmla="*/ 320639 w 641350"/>
              <a:gd name="T31" fmla="*/ 480864 h 641350"/>
              <a:gd name="T32" fmla="*/ 226020 w 641350"/>
              <a:gd name="T33" fmla="*/ 449890 h 641350"/>
              <a:gd name="T34" fmla="*/ 168507 w 641350"/>
              <a:gd name="T35" fmla="*/ 371162 h 641350"/>
              <a:gd name="T36" fmla="*/ 168507 w 641350"/>
              <a:gd name="T37" fmla="*/ 269938 h 641350"/>
              <a:gd name="T38" fmla="*/ 226020 w 641350"/>
              <a:gd name="T39" fmla="*/ 191261 h 641350"/>
              <a:gd name="T40" fmla="*/ 320639 w 641350"/>
              <a:gd name="T41" fmla="*/ 160319 h 641350"/>
              <a:gd name="T42" fmla="*/ 589479 w 641350"/>
              <a:gd name="T43" fmla="*/ 146116 h 641350"/>
              <a:gd name="T44" fmla="*/ 530838 w 641350"/>
              <a:gd name="T45" fmla="*/ 78709 h 641350"/>
              <a:gd name="T46" fmla="*/ 455664 w 641350"/>
              <a:gd name="T47" fmla="*/ 29833 h 641350"/>
              <a:gd name="T48" fmla="*/ 367950 w 641350"/>
              <a:gd name="T49" fmla="*/ 3481 h 641350"/>
              <a:gd name="T50" fmla="*/ 597363 w 641350"/>
              <a:gd name="T51" fmla="*/ 160319 h 641350"/>
              <a:gd name="T52" fmla="*/ 371246 w 641350"/>
              <a:gd name="T53" fmla="*/ 168497 h 641350"/>
              <a:gd name="T54" fmla="*/ 449923 w 641350"/>
              <a:gd name="T55" fmla="*/ 225959 h 641350"/>
              <a:gd name="T56" fmla="*/ 480864 w 641350"/>
              <a:gd name="T57" fmla="*/ 320545 h 641350"/>
              <a:gd name="T58" fmla="*/ 449923 w 641350"/>
              <a:gd name="T59" fmla="*/ 415164 h 641350"/>
              <a:gd name="T60" fmla="*/ 371246 w 641350"/>
              <a:gd name="T61" fmla="*/ 472677 h 641350"/>
              <a:gd name="T62" fmla="*/ 597324 w 641350"/>
              <a:gd name="T63" fmla="*/ 480864 h 641350"/>
              <a:gd name="T64" fmla="*/ 627592 w 641350"/>
              <a:gd name="T65" fmla="*/ 413039 h 641350"/>
              <a:gd name="T66" fmla="*/ 641184 w 641350"/>
              <a:gd name="T67" fmla="*/ 320545 h 641350"/>
              <a:gd name="T68" fmla="*/ 627592 w 641350"/>
              <a:gd name="T69" fmla="*/ 228059 h 641350"/>
              <a:gd name="T70" fmla="*/ 597363 w 641350"/>
              <a:gd name="T71" fmla="*/ 160319 h 641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1350" h="641350">
                <a:moveTo>
                  <a:pt x="320639" y="0"/>
                </a:moveTo>
                <a:lnTo>
                  <a:pt x="273326" y="3481"/>
                </a:lnTo>
                <a:lnTo>
                  <a:pt x="228145" y="13592"/>
                </a:lnTo>
                <a:lnTo>
                  <a:pt x="185597" y="29833"/>
                </a:lnTo>
                <a:lnTo>
                  <a:pt x="146182" y="51705"/>
                </a:lnTo>
                <a:lnTo>
                  <a:pt x="110399" y="78709"/>
                </a:lnTo>
                <a:lnTo>
                  <a:pt x="78750" y="110346"/>
                </a:lnTo>
                <a:lnTo>
                  <a:pt x="51733" y="146116"/>
                </a:lnTo>
                <a:lnTo>
                  <a:pt x="29850" y="185520"/>
                </a:lnTo>
                <a:lnTo>
                  <a:pt x="13600" y="228059"/>
                </a:lnTo>
                <a:lnTo>
                  <a:pt x="3483" y="273234"/>
                </a:lnTo>
                <a:lnTo>
                  <a:pt x="0" y="320545"/>
                </a:lnTo>
                <a:lnTo>
                  <a:pt x="3483" y="367858"/>
                </a:lnTo>
                <a:lnTo>
                  <a:pt x="13600" y="413039"/>
                </a:lnTo>
                <a:lnTo>
                  <a:pt x="29850" y="455587"/>
                </a:lnTo>
                <a:lnTo>
                  <a:pt x="51733" y="495002"/>
                </a:lnTo>
                <a:lnTo>
                  <a:pt x="78750" y="530784"/>
                </a:lnTo>
                <a:lnTo>
                  <a:pt x="110399" y="562434"/>
                </a:lnTo>
                <a:lnTo>
                  <a:pt x="146182" y="589450"/>
                </a:lnTo>
                <a:lnTo>
                  <a:pt x="185597" y="611334"/>
                </a:lnTo>
                <a:lnTo>
                  <a:pt x="228145" y="627584"/>
                </a:lnTo>
                <a:lnTo>
                  <a:pt x="273326" y="637701"/>
                </a:lnTo>
                <a:lnTo>
                  <a:pt x="320639" y="641184"/>
                </a:lnTo>
                <a:lnTo>
                  <a:pt x="367950" y="637701"/>
                </a:lnTo>
                <a:lnTo>
                  <a:pt x="413125" y="627584"/>
                </a:lnTo>
                <a:lnTo>
                  <a:pt x="455664" y="611334"/>
                </a:lnTo>
                <a:lnTo>
                  <a:pt x="495068" y="589450"/>
                </a:lnTo>
                <a:lnTo>
                  <a:pt x="530838" y="562434"/>
                </a:lnTo>
                <a:lnTo>
                  <a:pt x="562475" y="530784"/>
                </a:lnTo>
                <a:lnTo>
                  <a:pt x="589479" y="495002"/>
                </a:lnTo>
                <a:lnTo>
                  <a:pt x="597324" y="480864"/>
                </a:lnTo>
                <a:lnTo>
                  <a:pt x="320639" y="480864"/>
                </a:lnTo>
                <a:lnTo>
                  <a:pt x="270022" y="472677"/>
                </a:lnTo>
                <a:lnTo>
                  <a:pt x="226020" y="449890"/>
                </a:lnTo>
                <a:lnTo>
                  <a:pt x="191294" y="415164"/>
                </a:lnTo>
                <a:lnTo>
                  <a:pt x="168507" y="371162"/>
                </a:lnTo>
                <a:lnTo>
                  <a:pt x="160319" y="320545"/>
                </a:lnTo>
                <a:lnTo>
                  <a:pt x="168507" y="269938"/>
                </a:lnTo>
                <a:lnTo>
                  <a:pt x="191294" y="225959"/>
                </a:lnTo>
                <a:lnTo>
                  <a:pt x="226020" y="191261"/>
                </a:lnTo>
                <a:lnTo>
                  <a:pt x="270022" y="168497"/>
                </a:lnTo>
                <a:lnTo>
                  <a:pt x="320639" y="160319"/>
                </a:lnTo>
                <a:lnTo>
                  <a:pt x="597363" y="160319"/>
                </a:lnTo>
                <a:lnTo>
                  <a:pt x="589479" y="146116"/>
                </a:lnTo>
                <a:lnTo>
                  <a:pt x="562475" y="110346"/>
                </a:lnTo>
                <a:lnTo>
                  <a:pt x="530838" y="78709"/>
                </a:lnTo>
                <a:lnTo>
                  <a:pt x="495068" y="51705"/>
                </a:lnTo>
                <a:lnTo>
                  <a:pt x="455664" y="29833"/>
                </a:lnTo>
                <a:lnTo>
                  <a:pt x="413125" y="13592"/>
                </a:lnTo>
                <a:lnTo>
                  <a:pt x="367950" y="3481"/>
                </a:lnTo>
                <a:lnTo>
                  <a:pt x="320639" y="0"/>
                </a:lnTo>
                <a:close/>
              </a:path>
              <a:path w="641350" h="641350">
                <a:moveTo>
                  <a:pt x="597363" y="160319"/>
                </a:moveTo>
                <a:lnTo>
                  <a:pt x="320639" y="160319"/>
                </a:lnTo>
                <a:lnTo>
                  <a:pt x="371246" y="168497"/>
                </a:lnTo>
                <a:lnTo>
                  <a:pt x="415225" y="191261"/>
                </a:lnTo>
                <a:lnTo>
                  <a:pt x="449923" y="225959"/>
                </a:lnTo>
                <a:lnTo>
                  <a:pt x="472687" y="269938"/>
                </a:lnTo>
                <a:lnTo>
                  <a:pt x="480864" y="320545"/>
                </a:lnTo>
                <a:lnTo>
                  <a:pt x="472687" y="371162"/>
                </a:lnTo>
                <a:lnTo>
                  <a:pt x="449923" y="415164"/>
                </a:lnTo>
                <a:lnTo>
                  <a:pt x="415225" y="449890"/>
                </a:lnTo>
                <a:lnTo>
                  <a:pt x="371246" y="472677"/>
                </a:lnTo>
                <a:lnTo>
                  <a:pt x="320639" y="480864"/>
                </a:lnTo>
                <a:lnTo>
                  <a:pt x="597324" y="480864"/>
                </a:lnTo>
                <a:lnTo>
                  <a:pt x="611351" y="455587"/>
                </a:lnTo>
                <a:lnTo>
                  <a:pt x="627592" y="413039"/>
                </a:lnTo>
                <a:lnTo>
                  <a:pt x="637703" y="367858"/>
                </a:lnTo>
                <a:lnTo>
                  <a:pt x="641184" y="320545"/>
                </a:lnTo>
                <a:lnTo>
                  <a:pt x="637703" y="273234"/>
                </a:lnTo>
                <a:lnTo>
                  <a:pt x="627592" y="228059"/>
                </a:lnTo>
                <a:lnTo>
                  <a:pt x="611351" y="185520"/>
                </a:lnTo>
                <a:lnTo>
                  <a:pt x="597363" y="160319"/>
                </a:lnTo>
                <a:close/>
              </a:path>
            </a:pathLst>
          </a:custGeom>
          <a:solidFill>
            <a:srgbClr val="3944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8" name="bg object 19">
            <a:extLst>
              <a:ext uri="{FF2B5EF4-FFF2-40B4-BE49-F238E27FC236}">
                <a16:creationId xmlns:a16="http://schemas.microsoft.com/office/drawing/2014/main" id="{F7FA98AD-9332-06B3-3E37-5B2877819193}"/>
              </a:ext>
            </a:extLst>
          </p:cNvPr>
          <p:cNvSpPr>
            <a:spLocks/>
          </p:cNvSpPr>
          <p:nvPr/>
        </p:nvSpPr>
        <p:spPr bwMode="auto">
          <a:xfrm>
            <a:off x="17686338" y="3570288"/>
            <a:ext cx="641350" cy="641350"/>
          </a:xfrm>
          <a:custGeom>
            <a:avLst/>
            <a:gdLst>
              <a:gd name="T0" fmla="*/ 273234 w 641350"/>
              <a:gd name="T1" fmla="*/ 3481 h 641350"/>
              <a:gd name="T2" fmla="*/ 185520 w 641350"/>
              <a:gd name="T3" fmla="*/ 29833 h 641350"/>
              <a:gd name="T4" fmla="*/ 110346 w 641350"/>
              <a:gd name="T5" fmla="*/ 78709 h 641350"/>
              <a:gd name="T6" fmla="*/ 51705 w 641350"/>
              <a:gd name="T7" fmla="*/ 146116 h 641350"/>
              <a:gd name="T8" fmla="*/ 13592 w 641350"/>
              <a:gd name="T9" fmla="*/ 228059 h 641350"/>
              <a:gd name="T10" fmla="*/ 0 w 641350"/>
              <a:gd name="T11" fmla="*/ 320545 h 641350"/>
              <a:gd name="T12" fmla="*/ 13592 w 641350"/>
              <a:gd name="T13" fmla="*/ 413039 h 641350"/>
              <a:gd name="T14" fmla="*/ 51705 w 641350"/>
              <a:gd name="T15" fmla="*/ 495002 h 641350"/>
              <a:gd name="T16" fmla="*/ 110346 w 641350"/>
              <a:gd name="T17" fmla="*/ 562434 h 641350"/>
              <a:gd name="T18" fmla="*/ 185520 w 641350"/>
              <a:gd name="T19" fmla="*/ 611334 h 641350"/>
              <a:gd name="T20" fmla="*/ 273234 w 641350"/>
              <a:gd name="T21" fmla="*/ 637701 h 641350"/>
              <a:gd name="T22" fmla="*/ 367858 w 641350"/>
              <a:gd name="T23" fmla="*/ 637701 h 641350"/>
              <a:gd name="T24" fmla="*/ 455587 w 641350"/>
              <a:gd name="T25" fmla="*/ 611334 h 641350"/>
              <a:gd name="T26" fmla="*/ 530784 w 641350"/>
              <a:gd name="T27" fmla="*/ 562434 h 641350"/>
              <a:gd name="T28" fmla="*/ 589450 w 641350"/>
              <a:gd name="T29" fmla="*/ 495002 h 641350"/>
              <a:gd name="T30" fmla="*/ 320545 w 641350"/>
              <a:gd name="T31" fmla="*/ 480864 h 641350"/>
              <a:gd name="T32" fmla="*/ 225959 w 641350"/>
              <a:gd name="T33" fmla="*/ 449890 h 641350"/>
              <a:gd name="T34" fmla="*/ 168497 w 641350"/>
              <a:gd name="T35" fmla="*/ 371162 h 641350"/>
              <a:gd name="T36" fmla="*/ 168497 w 641350"/>
              <a:gd name="T37" fmla="*/ 269938 h 641350"/>
              <a:gd name="T38" fmla="*/ 225959 w 641350"/>
              <a:gd name="T39" fmla="*/ 191261 h 641350"/>
              <a:gd name="T40" fmla="*/ 320545 w 641350"/>
              <a:gd name="T41" fmla="*/ 160319 h 641350"/>
              <a:gd name="T42" fmla="*/ 589450 w 641350"/>
              <a:gd name="T43" fmla="*/ 146116 h 641350"/>
              <a:gd name="T44" fmla="*/ 530784 w 641350"/>
              <a:gd name="T45" fmla="*/ 78709 h 641350"/>
              <a:gd name="T46" fmla="*/ 455587 w 641350"/>
              <a:gd name="T47" fmla="*/ 29833 h 641350"/>
              <a:gd name="T48" fmla="*/ 367858 w 641350"/>
              <a:gd name="T49" fmla="*/ 3481 h 641350"/>
              <a:gd name="T50" fmla="*/ 597338 w 641350"/>
              <a:gd name="T51" fmla="*/ 160319 h 641350"/>
              <a:gd name="T52" fmla="*/ 371162 w 641350"/>
              <a:gd name="T53" fmla="*/ 168497 h 641350"/>
              <a:gd name="T54" fmla="*/ 449890 w 641350"/>
              <a:gd name="T55" fmla="*/ 225959 h 641350"/>
              <a:gd name="T56" fmla="*/ 480864 w 641350"/>
              <a:gd name="T57" fmla="*/ 320545 h 641350"/>
              <a:gd name="T58" fmla="*/ 449890 w 641350"/>
              <a:gd name="T59" fmla="*/ 415164 h 641350"/>
              <a:gd name="T60" fmla="*/ 371162 w 641350"/>
              <a:gd name="T61" fmla="*/ 472677 h 641350"/>
              <a:gd name="T62" fmla="*/ 597299 w 641350"/>
              <a:gd name="T63" fmla="*/ 480864 h 641350"/>
              <a:gd name="T64" fmla="*/ 627584 w 641350"/>
              <a:gd name="T65" fmla="*/ 413039 h 641350"/>
              <a:gd name="T66" fmla="*/ 641184 w 641350"/>
              <a:gd name="T67" fmla="*/ 320545 h 641350"/>
              <a:gd name="T68" fmla="*/ 627584 w 641350"/>
              <a:gd name="T69" fmla="*/ 228059 h 641350"/>
              <a:gd name="T70" fmla="*/ 597338 w 641350"/>
              <a:gd name="T71" fmla="*/ 160319 h 641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1350" h="641350">
                <a:moveTo>
                  <a:pt x="320545" y="0"/>
                </a:moveTo>
                <a:lnTo>
                  <a:pt x="273234" y="3481"/>
                </a:lnTo>
                <a:lnTo>
                  <a:pt x="228059" y="13592"/>
                </a:lnTo>
                <a:lnTo>
                  <a:pt x="185520" y="29833"/>
                </a:lnTo>
                <a:lnTo>
                  <a:pt x="146116" y="51705"/>
                </a:lnTo>
                <a:lnTo>
                  <a:pt x="110346" y="78709"/>
                </a:lnTo>
                <a:lnTo>
                  <a:pt x="78709" y="110346"/>
                </a:lnTo>
                <a:lnTo>
                  <a:pt x="51705" y="146116"/>
                </a:lnTo>
                <a:lnTo>
                  <a:pt x="29833" y="185520"/>
                </a:lnTo>
                <a:lnTo>
                  <a:pt x="13592" y="228059"/>
                </a:lnTo>
                <a:lnTo>
                  <a:pt x="3481" y="273234"/>
                </a:lnTo>
                <a:lnTo>
                  <a:pt x="0" y="320545"/>
                </a:lnTo>
                <a:lnTo>
                  <a:pt x="3481" y="367858"/>
                </a:lnTo>
                <a:lnTo>
                  <a:pt x="13592" y="413039"/>
                </a:lnTo>
                <a:lnTo>
                  <a:pt x="29833" y="455587"/>
                </a:lnTo>
                <a:lnTo>
                  <a:pt x="51705" y="495002"/>
                </a:lnTo>
                <a:lnTo>
                  <a:pt x="78709" y="530784"/>
                </a:lnTo>
                <a:lnTo>
                  <a:pt x="110346" y="562434"/>
                </a:lnTo>
                <a:lnTo>
                  <a:pt x="146116" y="589450"/>
                </a:lnTo>
                <a:lnTo>
                  <a:pt x="185520" y="611334"/>
                </a:lnTo>
                <a:lnTo>
                  <a:pt x="228059" y="627584"/>
                </a:lnTo>
                <a:lnTo>
                  <a:pt x="273234" y="637701"/>
                </a:lnTo>
                <a:lnTo>
                  <a:pt x="320545" y="641184"/>
                </a:lnTo>
                <a:lnTo>
                  <a:pt x="367858" y="637701"/>
                </a:lnTo>
                <a:lnTo>
                  <a:pt x="413039" y="627584"/>
                </a:lnTo>
                <a:lnTo>
                  <a:pt x="455587" y="611334"/>
                </a:lnTo>
                <a:lnTo>
                  <a:pt x="495002" y="589450"/>
                </a:lnTo>
                <a:lnTo>
                  <a:pt x="530784" y="562434"/>
                </a:lnTo>
                <a:lnTo>
                  <a:pt x="562434" y="530784"/>
                </a:lnTo>
                <a:lnTo>
                  <a:pt x="589450" y="495002"/>
                </a:lnTo>
                <a:lnTo>
                  <a:pt x="597299" y="480864"/>
                </a:lnTo>
                <a:lnTo>
                  <a:pt x="320545" y="480864"/>
                </a:lnTo>
                <a:lnTo>
                  <a:pt x="269938" y="472677"/>
                </a:lnTo>
                <a:lnTo>
                  <a:pt x="225959" y="449890"/>
                </a:lnTo>
                <a:lnTo>
                  <a:pt x="191261" y="415164"/>
                </a:lnTo>
                <a:lnTo>
                  <a:pt x="168497" y="371162"/>
                </a:lnTo>
                <a:lnTo>
                  <a:pt x="160319" y="320545"/>
                </a:lnTo>
                <a:lnTo>
                  <a:pt x="168497" y="269938"/>
                </a:lnTo>
                <a:lnTo>
                  <a:pt x="191261" y="225959"/>
                </a:lnTo>
                <a:lnTo>
                  <a:pt x="225959" y="191261"/>
                </a:lnTo>
                <a:lnTo>
                  <a:pt x="269938" y="168497"/>
                </a:lnTo>
                <a:lnTo>
                  <a:pt x="320545" y="160319"/>
                </a:lnTo>
                <a:lnTo>
                  <a:pt x="597338" y="160319"/>
                </a:lnTo>
                <a:lnTo>
                  <a:pt x="589450" y="146116"/>
                </a:lnTo>
                <a:lnTo>
                  <a:pt x="562434" y="110346"/>
                </a:lnTo>
                <a:lnTo>
                  <a:pt x="530784" y="78709"/>
                </a:lnTo>
                <a:lnTo>
                  <a:pt x="495002" y="51705"/>
                </a:lnTo>
                <a:lnTo>
                  <a:pt x="455587" y="29833"/>
                </a:lnTo>
                <a:lnTo>
                  <a:pt x="413039" y="13592"/>
                </a:lnTo>
                <a:lnTo>
                  <a:pt x="367858" y="3481"/>
                </a:lnTo>
                <a:lnTo>
                  <a:pt x="320545" y="0"/>
                </a:lnTo>
                <a:close/>
              </a:path>
              <a:path w="641350" h="641350">
                <a:moveTo>
                  <a:pt x="597338" y="160319"/>
                </a:moveTo>
                <a:lnTo>
                  <a:pt x="320545" y="160319"/>
                </a:lnTo>
                <a:lnTo>
                  <a:pt x="371162" y="168497"/>
                </a:lnTo>
                <a:lnTo>
                  <a:pt x="415164" y="191261"/>
                </a:lnTo>
                <a:lnTo>
                  <a:pt x="449890" y="225959"/>
                </a:lnTo>
                <a:lnTo>
                  <a:pt x="472677" y="269938"/>
                </a:lnTo>
                <a:lnTo>
                  <a:pt x="480864" y="320545"/>
                </a:lnTo>
                <a:lnTo>
                  <a:pt x="472677" y="371162"/>
                </a:lnTo>
                <a:lnTo>
                  <a:pt x="449890" y="415164"/>
                </a:lnTo>
                <a:lnTo>
                  <a:pt x="415164" y="449890"/>
                </a:lnTo>
                <a:lnTo>
                  <a:pt x="371162" y="472677"/>
                </a:lnTo>
                <a:lnTo>
                  <a:pt x="320545" y="480864"/>
                </a:lnTo>
                <a:lnTo>
                  <a:pt x="597299" y="480864"/>
                </a:lnTo>
                <a:lnTo>
                  <a:pt x="611334" y="455587"/>
                </a:lnTo>
                <a:lnTo>
                  <a:pt x="627584" y="413039"/>
                </a:lnTo>
                <a:lnTo>
                  <a:pt x="637701" y="367858"/>
                </a:lnTo>
                <a:lnTo>
                  <a:pt x="641184" y="320545"/>
                </a:lnTo>
                <a:lnTo>
                  <a:pt x="637701" y="273234"/>
                </a:lnTo>
                <a:lnTo>
                  <a:pt x="627584" y="228059"/>
                </a:lnTo>
                <a:lnTo>
                  <a:pt x="611334" y="185520"/>
                </a:lnTo>
                <a:lnTo>
                  <a:pt x="597338" y="160319"/>
                </a:lnTo>
                <a:close/>
              </a:path>
            </a:pathLst>
          </a:custGeom>
          <a:solidFill>
            <a:srgbClr val="3944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9" name="bg object 20">
            <a:extLst>
              <a:ext uri="{FF2B5EF4-FFF2-40B4-BE49-F238E27FC236}">
                <a16:creationId xmlns:a16="http://schemas.microsoft.com/office/drawing/2014/main" id="{B86F85D5-DBA4-BCA1-2618-12BB78F7BA77}"/>
              </a:ext>
            </a:extLst>
          </p:cNvPr>
          <p:cNvSpPr>
            <a:spLocks/>
          </p:cNvSpPr>
          <p:nvPr/>
        </p:nvSpPr>
        <p:spPr bwMode="auto">
          <a:xfrm>
            <a:off x="15122525" y="3570288"/>
            <a:ext cx="160338" cy="641350"/>
          </a:xfrm>
          <a:custGeom>
            <a:avLst/>
            <a:gdLst>
              <a:gd name="T0" fmla="*/ 80165 w 160655"/>
              <a:gd name="T1" fmla="*/ 0 h 641350"/>
              <a:gd name="T2" fmla="*/ 48975 w 160655"/>
              <a:gd name="T3" fmla="*/ 6302 h 641350"/>
              <a:gd name="T4" fmla="*/ 23492 w 160655"/>
              <a:gd name="T5" fmla="*/ 23487 h 641350"/>
              <a:gd name="T6" fmla="*/ 6304 w 160655"/>
              <a:gd name="T7" fmla="*/ 48966 h 641350"/>
              <a:gd name="T8" fmla="*/ 0 w 160655"/>
              <a:gd name="T9" fmla="*/ 80154 h 641350"/>
              <a:gd name="T10" fmla="*/ 0 w 160655"/>
              <a:gd name="T11" fmla="*/ 561019 h 641350"/>
              <a:gd name="T12" fmla="*/ 6304 w 160655"/>
              <a:gd name="T13" fmla="*/ 592213 h 641350"/>
              <a:gd name="T14" fmla="*/ 23492 w 160655"/>
              <a:gd name="T15" fmla="*/ 617695 h 641350"/>
              <a:gd name="T16" fmla="*/ 48975 w 160655"/>
              <a:gd name="T17" fmla="*/ 634881 h 641350"/>
              <a:gd name="T18" fmla="*/ 80165 w 160655"/>
              <a:gd name="T19" fmla="*/ 641184 h 641350"/>
              <a:gd name="T20" fmla="*/ 111354 w 160655"/>
              <a:gd name="T21" fmla="*/ 634881 h 641350"/>
              <a:gd name="T22" fmla="*/ 136837 w 160655"/>
              <a:gd name="T23" fmla="*/ 617695 h 641350"/>
              <a:gd name="T24" fmla="*/ 154025 w 160655"/>
              <a:gd name="T25" fmla="*/ 592213 h 641350"/>
              <a:gd name="T26" fmla="*/ 160330 w 160655"/>
              <a:gd name="T27" fmla="*/ 561019 h 641350"/>
              <a:gd name="T28" fmla="*/ 160330 w 160655"/>
              <a:gd name="T29" fmla="*/ 80154 h 641350"/>
              <a:gd name="T30" fmla="*/ 154025 w 160655"/>
              <a:gd name="T31" fmla="*/ 48966 h 641350"/>
              <a:gd name="T32" fmla="*/ 136837 w 160655"/>
              <a:gd name="T33" fmla="*/ 23487 h 641350"/>
              <a:gd name="T34" fmla="*/ 111354 w 160655"/>
              <a:gd name="T35" fmla="*/ 6302 h 641350"/>
              <a:gd name="T36" fmla="*/ 80165 w 160655"/>
              <a:gd name="T37" fmla="*/ 0 h 641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0655" h="641350">
                <a:moveTo>
                  <a:pt x="80165" y="0"/>
                </a:moveTo>
                <a:lnTo>
                  <a:pt x="48975" y="6302"/>
                </a:lnTo>
                <a:lnTo>
                  <a:pt x="23492" y="23487"/>
                </a:lnTo>
                <a:lnTo>
                  <a:pt x="6304" y="48966"/>
                </a:lnTo>
                <a:lnTo>
                  <a:pt x="0" y="80154"/>
                </a:lnTo>
                <a:lnTo>
                  <a:pt x="0" y="561019"/>
                </a:lnTo>
                <a:lnTo>
                  <a:pt x="6304" y="592213"/>
                </a:lnTo>
                <a:lnTo>
                  <a:pt x="23492" y="617695"/>
                </a:lnTo>
                <a:lnTo>
                  <a:pt x="48975" y="634881"/>
                </a:lnTo>
                <a:lnTo>
                  <a:pt x="80165" y="641184"/>
                </a:lnTo>
                <a:lnTo>
                  <a:pt x="111354" y="634881"/>
                </a:lnTo>
                <a:lnTo>
                  <a:pt x="136837" y="617695"/>
                </a:lnTo>
                <a:lnTo>
                  <a:pt x="154025" y="592213"/>
                </a:lnTo>
                <a:lnTo>
                  <a:pt x="160330" y="561019"/>
                </a:lnTo>
                <a:lnTo>
                  <a:pt x="160330" y="80154"/>
                </a:lnTo>
                <a:lnTo>
                  <a:pt x="154025" y="48966"/>
                </a:lnTo>
                <a:lnTo>
                  <a:pt x="136837" y="23487"/>
                </a:lnTo>
                <a:lnTo>
                  <a:pt x="111354" y="6302"/>
                </a:lnTo>
                <a:lnTo>
                  <a:pt x="80165" y="0"/>
                </a:lnTo>
                <a:close/>
              </a:path>
            </a:pathLst>
          </a:custGeom>
          <a:solidFill>
            <a:srgbClr val="3944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0" name="bg object 21">
            <a:extLst>
              <a:ext uri="{FF2B5EF4-FFF2-40B4-BE49-F238E27FC236}">
                <a16:creationId xmlns:a16="http://schemas.microsoft.com/office/drawing/2014/main" id="{4BFF5ECB-9317-C190-20A0-607A1A1D26F7}"/>
              </a:ext>
            </a:extLst>
          </p:cNvPr>
          <p:cNvSpPr>
            <a:spLocks/>
          </p:cNvSpPr>
          <p:nvPr/>
        </p:nvSpPr>
        <p:spPr bwMode="auto">
          <a:xfrm>
            <a:off x="16243300" y="3570288"/>
            <a:ext cx="161925" cy="641350"/>
          </a:xfrm>
          <a:custGeom>
            <a:avLst/>
            <a:gdLst>
              <a:gd name="T0" fmla="*/ 80165 w 160655"/>
              <a:gd name="T1" fmla="*/ 0 h 641350"/>
              <a:gd name="T2" fmla="*/ 48975 w 160655"/>
              <a:gd name="T3" fmla="*/ 6302 h 641350"/>
              <a:gd name="T4" fmla="*/ 23492 w 160655"/>
              <a:gd name="T5" fmla="*/ 23487 h 641350"/>
              <a:gd name="T6" fmla="*/ 6304 w 160655"/>
              <a:gd name="T7" fmla="*/ 48966 h 641350"/>
              <a:gd name="T8" fmla="*/ 0 w 160655"/>
              <a:gd name="T9" fmla="*/ 80154 h 641350"/>
              <a:gd name="T10" fmla="*/ 0 w 160655"/>
              <a:gd name="T11" fmla="*/ 561019 h 641350"/>
              <a:gd name="T12" fmla="*/ 6304 w 160655"/>
              <a:gd name="T13" fmla="*/ 592213 h 641350"/>
              <a:gd name="T14" fmla="*/ 23492 w 160655"/>
              <a:gd name="T15" fmla="*/ 617695 h 641350"/>
              <a:gd name="T16" fmla="*/ 48975 w 160655"/>
              <a:gd name="T17" fmla="*/ 634881 h 641350"/>
              <a:gd name="T18" fmla="*/ 80165 w 160655"/>
              <a:gd name="T19" fmla="*/ 641184 h 641350"/>
              <a:gd name="T20" fmla="*/ 111354 w 160655"/>
              <a:gd name="T21" fmla="*/ 634881 h 641350"/>
              <a:gd name="T22" fmla="*/ 136837 w 160655"/>
              <a:gd name="T23" fmla="*/ 617695 h 641350"/>
              <a:gd name="T24" fmla="*/ 154025 w 160655"/>
              <a:gd name="T25" fmla="*/ 592213 h 641350"/>
              <a:gd name="T26" fmla="*/ 160330 w 160655"/>
              <a:gd name="T27" fmla="*/ 561019 h 641350"/>
              <a:gd name="T28" fmla="*/ 160330 w 160655"/>
              <a:gd name="T29" fmla="*/ 80154 h 641350"/>
              <a:gd name="T30" fmla="*/ 154025 w 160655"/>
              <a:gd name="T31" fmla="*/ 48966 h 641350"/>
              <a:gd name="T32" fmla="*/ 136837 w 160655"/>
              <a:gd name="T33" fmla="*/ 23487 h 641350"/>
              <a:gd name="T34" fmla="*/ 111354 w 160655"/>
              <a:gd name="T35" fmla="*/ 6302 h 641350"/>
              <a:gd name="T36" fmla="*/ 80165 w 160655"/>
              <a:gd name="T37" fmla="*/ 0 h 641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0655" h="641350">
                <a:moveTo>
                  <a:pt x="80165" y="0"/>
                </a:moveTo>
                <a:lnTo>
                  <a:pt x="48975" y="6302"/>
                </a:lnTo>
                <a:lnTo>
                  <a:pt x="23492" y="23487"/>
                </a:lnTo>
                <a:lnTo>
                  <a:pt x="6304" y="48966"/>
                </a:lnTo>
                <a:lnTo>
                  <a:pt x="0" y="80154"/>
                </a:lnTo>
                <a:lnTo>
                  <a:pt x="0" y="561019"/>
                </a:lnTo>
                <a:lnTo>
                  <a:pt x="6304" y="592213"/>
                </a:lnTo>
                <a:lnTo>
                  <a:pt x="23492" y="617695"/>
                </a:lnTo>
                <a:lnTo>
                  <a:pt x="48975" y="634881"/>
                </a:lnTo>
                <a:lnTo>
                  <a:pt x="80165" y="641184"/>
                </a:lnTo>
                <a:lnTo>
                  <a:pt x="111354" y="634881"/>
                </a:lnTo>
                <a:lnTo>
                  <a:pt x="136837" y="617695"/>
                </a:lnTo>
                <a:lnTo>
                  <a:pt x="154025" y="592213"/>
                </a:lnTo>
                <a:lnTo>
                  <a:pt x="160330" y="561019"/>
                </a:lnTo>
                <a:lnTo>
                  <a:pt x="160330" y="80154"/>
                </a:lnTo>
                <a:lnTo>
                  <a:pt x="154025" y="48966"/>
                </a:lnTo>
                <a:lnTo>
                  <a:pt x="136837" y="23487"/>
                </a:lnTo>
                <a:lnTo>
                  <a:pt x="111354" y="6302"/>
                </a:lnTo>
                <a:lnTo>
                  <a:pt x="80165" y="0"/>
                </a:lnTo>
                <a:close/>
              </a:path>
            </a:pathLst>
          </a:custGeom>
          <a:solidFill>
            <a:srgbClr val="3944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1" name="bg object 22">
            <a:extLst>
              <a:ext uri="{FF2B5EF4-FFF2-40B4-BE49-F238E27FC236}">
                <a16:creationId xmlns:a16="http://schemas.microsoft.com/office/drawing/2014/main" id="{890566C2-8671-0C92-74CA-0D0D4D2478C6}"/>
              </a:ext>
            </a:extLst>
          </p:cNvPr>
          <p:cNvSpPr>
            <a:spLocks/>
          </p:cNvSpPr>
          <p:nvPr/>
        </p:nvSpPr>
        <p:spPr bwMode="auto">
          <a:xfrm>
            <a:off x="17365663" y="3570288"/>
            <a:ext cx="160337" cy="641350"/>
          </a:xfrm>
          <a:custGeom>
            <a:avLst/>
            <a:gdLst>
              <a:gd name="T0" fmla="*/ 80165 w 160655"/>
              <a:gd name="T1" fmla="*/ 0 h 641350"/>
              <a:gd name="T2" fmla="*/ 48975 w 160655"/>
              <a:gd name="T3" fmla="*/ 6302 h 641350"/>
              <a:gd name="T4" fmla="*/ 23492 w 160655"/>
              <a:gd name="T5" fmla="*/ 23487 h 641350"/>
              <a:gd name="T6" fmla="*/ 6304 w 160655"/>
              <a:gd name="T7" fmla="*/ 48966 h 641350"/>
              <a:gd name="T8" fmla="*/ 0 w 160655"/>
              <a:gd name="T9" fmla="*/ 80154 h 641350"/>
              <a:gd name="T10" fmla="*/ 0 w 160655"/>
              <a:gd name="T11" fmla="*/ 561019 h 641350"/>
              <a:gd name="T12" fmla="*/ 6304 w 160655"/>
              <a:gd name="T13" fmla="*/ 592213 h 641350"/>
              <a:gd name="T14" fmla="*/ 23492 w 160655"/>
              <a:gd name="T15" fmla="*/ 617695 h 641350"/>
              <a:gd name="T16" fmla="*/ 48975 w 160655"/>
              <a:gd name="T17" fmla="*/ 634881 h 641350"/>
              <a:gd name="T18" fmla="*/ 80165 w 160655"/>
              <a:gd name="T19" fmla="*/ 641184 h 641350"/>
              <a:gd name="T20" fmla="*/ 111354 w 160655"/>
              <a:gd name="T21" fmla="*/ 634881 h 641350"/>
              <a:gd name="T22" fmla="*/ 136837 w 160655"/>
              <a:gd name="T23" fmla="*/ 617695 h 641350"/>
              <a:gd name="T24" fmla="*/ 154025 w 160655"/>
              <a:gd name="T25" fmla="*/ 592213 h 641350"/>
              <a:gd name="T26" fmla="*/ 160330 w 160655"/>
              <a:gd name="T27" fmla="*/ 561019 h 641350"/>
              <a:gd name="T28" fmla="*/ 160330 w 160655"/>
              <a:gd name="T29" fmla="*/ 80154 h 641350"/>
              <a:gd name="T30" fmla="*/ 154025 w 160655"/>
              <a:gd name="T31" fmla="*/ 48966 h 641350"/>
              <a:gd name="T32" fmla="*/ 136837 w 160655"/>
              <a:gd name="T33" fmla="*/ 23487 h 641350"/>
              <a:gd name="T34" fmla="*/ 111354 w 160655"/>
              <a:gd name="T35" fmla="*/ 6302 h 641350"/>
              <a:gd name="T36" fmla="*/ 80165 w 160655"/>
              <a:gd name="T37" fmla="*/ 0 h 641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0655" h="641350">
                <a:moveTo>
                  <a:pt x="80165" y="0"/>
                </a:moveTo>
                <a:lnTo>
                  <a:pt x="48975" y="6302"/>
                </a:lnTo>
                <a:lnTo>
                  <a:pt x="23492" y="23487"/>
                </a:lnTo>
                <a:lnTo>
                  <a:pt x="6304" y="48966"/>
                </a:lnTo>
                <a:lnTo>
                  <a:pt x="0" y="80154"/>
                </a:lnTo>
                <a:lnTo>
                  <a:pt x="0" y="561019"/>
                </a:lnTo>
                <a:lnTo>
                  <a:pt x="6304" y="592213"/>
                </a:lnTo>
                <a:lnTo>
                  <a:pt x="23492" y="617695"/>
                </a:lnTo>
                <a:lnTo>
                  <a:pt x="48975" y="634881"/>
                </a:lnTo>
                <a:lnTo>
                  <a:pt x="80165" y="641184"/>
                </a:lnTo>
                <a:lnTo>
                  <a:pt x="111354" y="634881"/>
                </a:lnTo>
                <a:lnTo>
                  <a:pt x="136837" y="617695"/>
                </a:lnTo>
                <a:lnTo>
                  <a:pt x="154025" y="592213"/>
                </a:lnTo>
                <a:lnTo>
                  <a:pt x="160330" y="561019"/>
                </a:lnTo>
                <a:lnTo>
                  <a:pt x="160330" y="80154"/>
                </a:lnTo>
                <a:lnTo>
                  <a:pt x="154025" y="48966"/>
                </a:lnTo>
                <a:lnTo>
                  <a:pt x="136837" y="23487"/>
                </a:lnTo>
                <a:lnTo>
                  <a:pt x="111354" y="6302"/>
                </a:lnTo>
                <a:lnTo>
                  <a:pt x="80165" y="0"/>
                </a:lnTo>
                <a:close/>
              </a:path>
            </a:pathLst>
          </a:custGeom>
          <a:solidFill>
            <a:srgbClr val="3944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2" name="bg object 23">
            <a:extLst>
              <a:ext uri="{FF2B5EF4-FFF2-40B4-BE49-F238E27FC236}">
                <a16:creationId xmlns:a16="http://schemas.microsoft.com/office/drawing/2014/main" id="{F551EC75-F82E-1761-9809-62337825C055}"/>
              </a:ext>
            </a:extLst>
          </p:cNvPr>
          <p:cNvSpPr>
            <a:spLocks/>
          </p:cNvSpPr>
          <p:nvPr/>
        </p:nvSpPr>
        <p:spPr bwMode="auto">
          <a:xfrm>
            <a:off x="15122525" y="4371975"/>
            <a:ext cx="641350" cy="401638"/>
          </a:xfrm>
          <a:custGeom>
            <a:avLst/>
            <a:gdLst>
              <a:gd name="T0" fmla="*/ 320639 w 641350"/>
              <a:gd name="T1" fmla="*/ 0 h 401320"/>
              <a:gd name="T2" fmla="*/ 273326 w 641350"/>
              <a:gd name="T3" fmla="*/ 3483 h 401320"/>
              <a:gd name="T4" fmla="*/ 228145 w 641350"/>
              <a:gd name="T5" fmla="*/ 13600 h 401320"/>
              <a:gd name="T6" fmla="*/ 185597 w 641350"/>
              <a:gd name="T7" fmla="*/ 29850 h 401320"/>
              <a:gd name="T8" fmla="*/ 146182 w 641350"/>
              <a:gd name="T9" fmla="*/ 51733 h 401320"/>
              <a:gd name="T10" fmla="*/ 110399 w 641350"/>
              <a:gd name="T11" fmla="*/ 78750 h 401320"/>
              <a:gd name="T12" fmla="*/ 78750 w 641350"/>
              <a:gd name="T13" fmla="*/ 110399 h 401320"/>
              <a:gd name="T14" fmla="*/ 51733 w 641350"/>
              <a:gd name="T15" fmla="*/ 146182 h 401320"/>
              <a:gd name="T16" fmla="*/ 29850 w 641350"/>
              <a:gd name="T17" fmla="*/ 185597 h 401320"/>
              <a:gd name="T18" fmla="*/ 13600 w 641350"/>
              <a:gd name="T19" fmla="*/ 228145 h 401320"/>
              <a:gd name="T20" fmla="*/ 3483 w 641350"/>
              <a:gd name="T21" fmla="*/ 273326 h 401320"/>
              <a:gd name="T22" fmla="*/ 0 w 641350"/>
              <a:gd name="T23" fmla="*/ 320639 h 401320"/>
              <a:gd name="T24" fmla="*/ 6304 w 641350"/>
              <a:gd name="T25" fmla="*/ 351833 h 401320"/>
              <a:gd name="T26" fmla="*/ 23492 w 641350"/>
              <a:gd name="T27" fmla="*/ 377315 h 401320"/>
              <a:gd name="T28" fmla="*/ 48975 w 641350"/>
              <a:gd name="T29" fmla="*/ 394501 h 401320"/>
              <a:gd name="T30" fmla="*/ 80165 w 641350"/>
              <a:gd name="T31" fmla="*/ 400804 h 401320"/>
              <a:gd name="T32" fmla="*/ 111352 w 641350"/>
              <a:gd name="T33" fmla="*/ 394501 h 401320"/>
              <a:gd name="T34" fmla="*/ 136832 w 641350"/>
              <a:gd name="T35" fmla="*/ 377315 h 401320"/>
              <a:gd name="T36" fmla="*/ 154016 w 641350"/>
              <a:gd name="T37" fmla="*/ 351833 h 401320"/>
              <a:gd name="T38" fmla="*/ 160319 w 641350"/>
              <a:gd name="T39" fmla="*/ 320639 h 401320"/>
              <a:gd name="T40" fmla="*/ 168508 w 641350"/>
              <a:gd name="T41" fmla="*/ 270027 h 401320"/>
              <a:gd name="T42" fmla="*/ 191297 w 641350"/>
              <a:gd name="T43" fmla="*/ 226028 h 401320"/>
              <a:gd name="T44" fmla="*/ 226024 w 641350"/>
              <a:gd name="T45" fmla="*/ 191304 h 401320"/>
              <a:gd name="T46" fmla="*/ 270026 w 641350"/>
              <a:gd name="T47" fmla="*/ 168517 h 401320"/>
              <a:gd name="T48" fmla="*/ 320639 w 641350"/>
              <a:gd name="T49" fmla="*/ 160330 h 401320"/>
              <a:gd name="T50" fmla="*/ 371246 w 641350"/>
              <a:gd name="T51" fmla="*/ 168517 h 401320"/>
              <a:gd name="T52" fmla="*/ 415225 w 641350"/>
              <a:gd name="T53" fmla="*/ 191304 h 401320"/>
              <a:gd name="T54" fmla="*/ 449923 w 641350"/>
              <a:gd name="T55" fmla="*/ 226028 h 401320"/>
              <a:gd name="T56" fmla="*/ 472687 w 641350"/>
              <a:gd name="T57" fmla="*/ 270027 h 401320"/>
              <a:gd name="T58" fmla="*/ 480864 w 641350"/>
              <a:gd name="T59" fmla="*/ 320639 h 401320"/>
              <a:gd name="T60" fmla="*/ 487169 w 641350"/>
              <a:gd name="T61" fmla="*/ 351833 h 401320"/>
              <a:gd name="T62" fmla="*/ 504357 w 641350"/>
              <a:gd name="T63" fmla="*/ 377315 h 401320"/>
              <a:gd name="T64" fmla="*/ 529840 w 641350"/>
              <a:gd name="T65" fmla="*/ 394501 h 401320"/>
              <a:gd name="T66" fmla="*/ 561030 w 641350"/>
              <a:gd name="T67" fmla="*/ 400804 h 401320"/>
              <a:gd name="T68" fmla="*/ 592219 w 641350"/>
              <a:gd name="T69" fmla="*/ 394501 h 401320"/>
              <a:gd name="T70" fmla="*/ 617702 w 641350"/>
              <a:gd name="T71" fmla="*/ 377315 h 401320"/>
              <a:gd name="T72" fmla="*/ 634890 w 641350"/>
              <a:gd name="T73" fmla="*/ 351833 h 401320"/>
              <a:gd name="T74" fmla="*/ 641195 w 641350"/>
              <a:gd name="T75" fmla="*/ 320639 h 401320"/>
              <a:gd name="T76" fmla="*/ 637713 w 641350"/>
              <a:gd name="T77" fmla="*/ 273326 h 401320"/>
              <a:gd name="T78" fmla="*/ 627603 w 641350"/>
              <a:gd name="T79" fmla="*/ 228145 h 401320"/>
              <a:gd name="T80" fmla="*/ 611361 w 641350"/>
              <a:gd name="T81" fmla="*/ 185597 h 401320"/>
              <a:gd name="T82" fmla="*/ 589489 w 641350"/>
              <a:gd name="T83" fmla="*/ 146182 h 401320"/>
              <a:gd name="T84" fmla="*/ 562484 w 641350"/>
              <a:gd name="T85" fmla="*/ 110399 h 401320"/>
              <a:gd name="T86" fmla="*/ 530847 w 641350"/>
              <a:gd name="T87" fmla="*/ 78750 h 401320"/>
              <a:gd name="T88" fmla="*/ 495076 w 641350"/>
              <a:gd name="T89" fmla="*/ 51733 h 401320"/>
              <a:gd name="T90" fmla="*/ 455670 w 641350"/>
              <a:gd name="T91" fmla="*/ 29850 h 401320"/>
              <a:gd name="T92" fmla="*/ 413129 w 641350"/>
              <a:gd name="T93" fmla="*/ 13600 h 401320"/>
              <a:gd name="T94" fmla="*/ 367953 w 641350"/>
              <a:gd name="T95" fmla="*/ 3483 h 401320"/>
              <a:gd name="T96" fmla="*/ 320639 w 641350"/>
              <a:gd name="T97" fmla="*/ 0 h 401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41350" h="401320">
                <a:moveTo>
                  <a:pt x="320639" y="0"/>
                </a:moveTo>
                <a:lnTo>
                  <a:pt x="273326" y="3483"/>
                </a:lnTo>
                <a:lnTo>
                  <a:pt x="228145" y="13600"/>
                </a:lnTo>
                <a:lnTo>
                  <a:pt x="185597" y="29850"/>
                </a:lnTo>
                <a:lnTo>
                  <a:pt x="146182" y="51733"/>
                </a:lnTo>
                <a:lnTo>
                  <a:pt x="110399" y="78750"/>
                </a:lnTo>
                <a:lnTo>
                  <a:pt x="78750" y="110399"/>
                </a:lnTo>
                <a:lnTo>
                  <a:pt x="51733" y="146182"/>
                </a:lnTo>
                <a:lnTo>
                  <a:pt x="29850" y="185597"/>
                </a:lnTo>
                <a:lnTo>
                  <a:pt x="13600" y="228145"/>
                </a:lnTo>
                <a:lnTo>
                  <a:pt x="3483" y="273326"/>
                </a:lnTo>
                <a:lnTo>
                  <a:pt x="0" y="320639"/>
                </a:lnTo>
                <a:lnTo>
                  <a:pt x="6304" y="351833"/>
                </a:lnTo>
                <a:lnTo>
                  <a:pt x="23492" y="377315"/>
                </a:lnTo>
                <a:lnTo>
                  <a:pt x="48975" y="394501"/>
                </a:lnTo>
                <a:lnTo>
                  <a:pt x="80165" y="400804"/>
                </a:lnTo>
                <a:lnTo>
                  <a:pt x="111352" y="394501"/>
                </a:lnTo>
                <a:lnTo>
                  <a:pt x="136832" y="377315"/>
                </a:lnTo>
                <a:lnTo>
                  <a:pt x="154016" y="351833"/>
                </a:lnTo>
                <a:lnTo>
                  <a:pt x="160319" y="320639"/>
                </a:lnTo>
                <a:lnTo>
                  <a:pt x="168508" y="270027"/>
                </a:lnTo>
                <a:lnTo>
                  <a:pt x="191297" y="226028"/>
                </a:lnTo>
                <a:lnTo>
                  <a:pt x="226024" y="191304"/>
                </a:lnTo>
                <a:lnTo>
                  <a:pt x="270026" y="168517"/>
                </a:lnTo>
                <a:lnTo>
                  <a:pt x="320639" y="160330"/>
                </a:lnTo>
                <a:lnTo>
                  <a:pt x="371246" y="168517"/>
                </a:lnTo>
                <a:lnTo>
                  <a:pt x="415225" y="191304"/>
                </a:lnTo>
                <a:lnTo>
                  <a:pt x="449923" y="226028"/>
                </a:lnTo>
                <a:lnTo>
                  <a:pt x="472687" y="270027"/>
                </a:lnTo>
                <a:lnTo>
                  <a:pt x="480864" y="320639"/>
                </a:lnTo>
                <a:lnTo>
                  <a:pt x="487169" y="351833"/>
                </a:lnTo>
                <a:lnTo>
                  <a:pt x="504357" y="377315"/>
                </a:lnTo>
                <a:lnTo>
                  <a:pt x="529840" y="394501"/>
                </a:lnTo>
                <a:lnTo>
                  <a:pt x="561030" y="400804"/>
                </a:lnTo>
                <a:lnTo>
                  <a:pt x="592219" y="394501"/>
                </a:lnTo>
                <a:lnTo>
                  <a:pt x="617702" y="377315"/>
                </a:lnTo>
                <a:lnTo>
                  <a:pt x="634890" y="351833"/>
                </a:lnTo>
                <a:lnTo>
                  <a:pt x="641195" y="320639"/>
                </a:lnTo>
                <a:lnTo>
                  <a:pt x="637713" y="273326"/>
                </a:lnTo>
                <a:lnTo>
                  <a:pt x="627603" y="228145"/>
                </a:lnTo>
                <a:lnTo>
                  <a:pt x="611361" y="185597"/>
                </a:lnTo>
                <a:lnTo>
                  <a:pt x="589489" y="146182"/>
                </a:lnTo>
                <a:lnTo>
                  <a:pt x="562484" y="110399"/>
                </a:lnTo>
                <a:lnTo>
                  <a:pt x="530847" y="78750"/>
                </a:lnTo>
                <a:lnTo>
                  <a:pt x="495076" y="51733"/>
                </a:lnTo>
                <a:lnTo>
                  <a:pt x="455670" y="29850"/>
                </a:lnTo>
                <a:lnTo>
                  <a:pt x="413129" y="13600"/>
                </a:lnTo>
                <a:lnTo>
                  <a:pt x="367953" y="3483"/>
                </a:lnTo>
                <a:lnTo>
                  <a:pt x="320639" y="0"/>
                </a:lnTo>
                <a:close/>
              </a:path>
            </a:pathLst>
          </a:custGeom>
          <a:solidFill>
            <a:srgbClr val="3944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3" name="bg object 24">
            <a:extLst>
              <a:ext uri="{FF2B5EF4-FFF2-40B4-BE49-F238E27FC236}">
                <a16:creationId xmlns:a16="http://schemas.microsoft.com/office/drawing/2014/main" id="{B5FE983D-A797-3986-354E-6B98300B9A54}"/>
              </a:ext>
            </a:extLst>
          </p:cNvPr>
          <p:cNvSpPr>
            <a:spLocks/>
          </p:cNvSpPr>
          <p:nvPr/>
        </p:nvSpPr>
        <p:spPr bwMode="auto">
          <a:xfrm>
            <a:off x="16563975" y="4371975"/>
            <a:ext cx="641350" cy="401638"/>
          </a:xfrm>
          <a:custGeom>
            <a:avLst/>
            <a:gdLst>
              <a:gd name="T0" fmla="*/ 320639 w 641350"/>
              <a:gd name="T1" fmla="*/ 0 h 401320"/>
              <a:gd name="T2" fmla="*/ 273326 w 641350"/>
              <a:gd name="T3" fmla="*/ 3483 h 401320"/>
              <a:gd name="T4" fmla="*/ 228145 w 641350"/>
              <a:gd name="T5" fmla="*/ 13600 h 401320"/>
              <a:gd name="T6" fmla="*/ 185597 w 641350"/>
              <a:gd name="T7" fmla="*/ 29850 h 401320"/>
              <a:gd name="T8" fmla="*/ 146182 w 641350"/>
              <a:gd name="T9" fmla="*/ 51733 h 401320"/>
              <a:gd name="T10" fmla="*/ 110399 w 641350"/>
              <a:gd name="T11" fmla="*/ 78750 h 401320"/>
              <a:gd name="T12" fmla="*/ 78750 w 641350"/>
              <a:gd name="T13" fmla="*/ 110399 h 401320"/>
              <a:gd name="T14" fmla="*/ 51733 w 641350"/>
              <a:gd name="T15" fmla="*/ 146182 h 401320"/>
              <a:gd name="T16" fmla="*/ 29850 w 641350"/>
              <a:gd name="T17" fmla="*/ 185597 h 401320"/>
              <a:gd name="T18" fmla="*/ 13600 w 641350"/>
              <a:gd name="T19" fmla="*/ 228145 h 401320"/>
              <a:gd name="T20" fmla="*/ 3483 w 641350"/>
              <a:gd name="T21" fmla="*/ 273326 h 401320"/>
              <a:gd name="T22" fmla="*/ 0 w 641350"/>
              <a:gd name="T23" fmla="*/ 320639 h 401320"/>
              <a:gd name="T24" fmla="*/ 6304 w 641350"/>
              <a:gd name="T25" fmla="*/ 351833 h 401320"/>
              <a:gd name="T26" fmla="*/ 23492 w 641350"/>
              <a:gd name="T27" fmla="*/ 377315 h 401320"/>
              <a:gd name="T28" fmla="*/ 48975 w 641350"/>
              <a:gd name="T29" fmla="*/ 394501 h 401320"/>
              <a:gd name="T30" fmla="*/ 80165 w 641350"/>
              <a:gd name="T31" fmla="*/ 400804 h 401320"/>
              <a:gd name="T32" fmla="*/ 111352 w 641350"/>
              <a:gd name="T33" fmla="*/ 394501 h 401320"/>
              <a:gd name="T34" fmla="*/ 136832 w 641350"/>
              <a:gd name="T35" fmla="*/ 377315 h 401320"/>
              <a:gd name="T36" fmla="*/ 154016 w 641350"/>
              <a:gd name="T37" fmla="*/ 351833 h 401320"/>
              <a:gd name="T38" fmla="*/ 160319 w 641350"/>
              <a:gd name="T39" fmla="*/ 320639 h 401320"/>
              <a:gd name="T40" fmla="*/ 168508 w 641350"/>
              <a:gd name="T41" fmla="*/ 270027 h 401320"/>
              <a:gd name="T42" fmla="*/ 191297 w 641350"/>
              <a:gd name="T43" fmla="*/ 226028 h 401320"/>
              <a:gd name="T44" fmla="*/ 226024 w 641350"/>
              <a:gd name="T45" fmla="*/ 191304 h 401320"/>
              <a:gd name="T46" fmla="*/ 270026 w 641350"/>
              <a:gd name="T47" fmla="*/ 168517 h 401320"/>
              <a:gd name="T48" fmla="*/ 320639 w 641350"/>
              <a:gd name="T49" fmla="*/ 160330 h 401320"/>
              <a:gd name="T50" fmla="*/ 371246 w 641350"/>
              <a:gd name="T51" fmla="*/ 168517 h 401320"/>
              <a:gd name="T52" fmla="*/ 415225 w 641350"/>
              <a:gd name="T53" fmla="*/ 191304 h 401320"/>
              <a:gd name="T54" fmla="*/ 449923 w 641350"/>
              <a:gd name="T55" fmla="*/ 226028 h 401320"/>
              <a:gd name="T56" fmla="*/ 472687 w 641350"/>
              <a:gd name="T57" fmla="*/ 270027 h 401320"/>
              <a:gd name="T58" fmla="*/ 480864 w 641350"/>
              <a:gd name="T59" fmla="*/ 320639 h 401320"/>
              <a:gd name="T60" fmla="*/ 487169 w 641350"/>
              <a:gd name="T61" fmla="*/ 351833 h 401320"/>
              <a:gd name="T62" fmla="*/ 504357 w 641350"/>
              <a:gd name="T63" fmla="*/ 377315 h 401320"/>
              <a:gd name="T64" fmla="*/ 529840 w 641350"/>
              <a:gd name="T65" fmla="*/ 394501 h 401320"/>
              <a:gd name="T66" fmla="*/ 561030 w 641350"/>
              <a:gd name="T67" fmla="*/ 400804 h 401320"/>
              <a:gd name="T68" fmla="*/ 592219 w 641350"/>
              <a:gd name="T69" fmla="*/ 394501 h 401320"/>
              <a:gd name="T70" fmla="*/ 617702 w 641350"/>
              <a:gd name="T71" fmla="*/ 377315 h 401320"/>
              <a:gd name="T72" fmla="*/ 634890 w 641350"/>
              <a:gd name="T73" fmla="*/ 351833 h 401320"/>
              <a:gd name="T74" fmla="*/ 641195 w 641350"/>
              <a:gd name="T75" fmla="*/ 320639 h 401320"/>
              <a:gd name="T76" fmla="*/ 637713 w 641350"/>
              <a:gd name="T77" fmla="*/ 273326 h 401320"/>
              <a:gd name="T78" fmla="*/ 627603 w 641350"/>
              <a:gd name="T79" fmla="*/ 228145 h 401320"/>
              <a:gd name="T80" fmla="*/ 611361 w 641350"/>
              <a:gd name="T81" fmla="*/ 185597 h 401320"/>
              <a:gd name="T82" fmla="*/ 589489 w 641350"/>
              <a:gd name="T83" fmla="*/ 146182 h 401320"/>
              <a:gd name="T84" fmla="*/ 562484 w 641350"/>
              <a:gd name="T85" fmla="*/ 110399 h 401320"/>
              <a:gd name="T86" fmla="*/ 530847 w 641350"/>
              <a:gd name="T87" fmla="*/ 78750 h 401320"/>
              <a:gd name="T88" fmla="*/ 495076 w 641350"/>
              <a:gd name="T89" fmla="*/ 51733 h 401320"/>
              <a:gd name="T90" fmla="*/ 455670 w 641350"/>
              <a:gd name="T91" fmla="*/ 29850 h 401320"/>
              <a:gd name="T92" fmla="*/ 413129 w 641350"/>
              <a:gd name="T93" fmla="*/ 13600 h 401320"/>
              <a:gd name="T94" fmla="*/ 367953 w 641350"/>
              <a:gd name="T95" fmla="*/ 3483 h 401320"/>
              <a:gd name="T96" fmla="*/ 320639 w 641350"/>
              <a:gd name="T97" fmla="*/ 0 h 401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41350" h="401320">
                <a:moveTo>
                  <a:pt x="320639" y="0"/>
                </a:moveTo>
                <a:lnTo>
                  <a:pt x="273326" y="3483"/>
                </a:lnTo>
                <a:lnTo>
                  <a:pt x="228145" y="13600"/>
                </a:lnTo>
                <a:lnTo>
                  <a:pt x="185597" y="29850"/>
                </a:lnTo>
                <a:lnTo>
                  <a:pt x="146182" y="51733"/>
                </a:lnTo>
                <a:lnTo>
                  <a:pt x="110399" y="78750"/>
                </a:lnTo>
                <a:lnTo>
                  <a:pt x="78750" y="110399"/>
                </a:lnTo>
                <a:lnTo>
                  <a:pt x="51733" y="146182"/>
                </a:lnTo>
                <a:lnTo>
                  <a:pt x="29850" y="185597"/>
                </a:lnTo>
                <a:lnTo>
                  <a:pt x="13600" y="228145"/>
                </a:lnTo>
                <a:lnTo>
                  <a:pt x="3483" y="273326"/>
                </a:lnTo>
                <a:lnTo>
                  <a:pt x="0" y="320639"/>
                </a:lnTo>
                <a:lnTo>
                  <a:pt x="6304" y="351833"/>
                </a:lnTo>
                <a:lnTo>
                  <a:pt x="23492" y="377315"/>
                </a:lnTo>
                <a:lnTo>
                  <a:pt x="48975" y="394501"/>
                </a:lnTo>
                <a:lnTo>
                  <a:pt x="80165" y="400804"/>
                </a:lnTo>
                <a:lnTo>
                  <a:pt x="111352" y="394501"/>
                </a:lnTo>
                <a:lnTo>
                  <a:pt x="136832" y="377315"/>
                </a:lnTo>
                <a:lnTo>
                  <a:pt x="154016" y="351833"/>
                </a:lnTo>
                <a:lnTo>
                  <a:pt x="160319" y="320639"/>
                </a:lnTo>
                <a:lnTo>
                  <a:pt x="168508" y="270027"/>
                </a:lnTo>
                <a:lnTo>
                  <a:pt x="191297" y="226028"/>
                </a:lnTo>
                <a:lnTo>
                  <a:pt x="226024" y="191304"/>
                </a:lnTo>
                <a:lnTo>
                  <a:pt x="270026" y="168517"/>
                </a:lnTo>
                <a:lnTo>
                  <a:pt x="320639" y="160330"/>
                </a:lnTo>
                <a:lnTo>
                  <a:pt x="371246" y="168517"/>
                </a:lnTo>
                <a:lnTo>
                  <a:pt x="415225" y="191304"/>
                </a:lnTo>
                <a:lnTo>
                  <a:pt x="449923" y="226028"/>
                </a:lnTo>
                <a:lnTo>
                  <a:pt x="472687" y="270027"/>
                </a:lnTo>
                <a:lnTo>
                  <a:pt x="480864" y="320639"/>
                </a:lnTo>
                <a:lnTo>
                  <a:pt x="487169" y="351833"/>
                </a:lnTo>
                <a:lnTo>
                  <a:pt x="504357" y="377315"/>
                </a:lnTo>
                <a:lnTo>
                  <a:pt x="529840" y="394501"/>
                </a:lnTo>
                <a:lnTo>
                  <a:pt x="561030" y="400804"/>
                </a:lnTo>
                <a:lnTo>
                  <a:pt x="592219" y="394501"/>
                </a:lnTo>
                <a:lnTo>
                  <a:pt x="617702" y="377315"/>
                </a:lnTo>
                <a:lnTo>
                  <a:pt x="634890" y="351833"/>
                </a:lnTo>
                <a:lnTo>
                  <a:pt x="641195" y="320639"/>
                </a:lnTo>
                <a:lnTo>
                  <a:pt x="637713" y="273326"/>
                </a:lnTo>
                <a:lnTo>
                  <a:pt x="627603" y="228145"/>
                </a:lnTo>
                <a:lnTo>
                  <a:pt x="611361" y="185597"/>
                </a:lnTo>
                <a:lnTo>
                  <a:pt x="589489" y="146182"/>
                </a:lnTo>
                <a:lnTo>
                  <a:pt x="562484" y="110399"/>
                </a:lnTo>
                <a:lnTo>
                  <a:pt x="530847" y="78750"/>
                </a:lnTo>
                <a:lnTo>
                  <a:pt x="495076" y="51733"/>
                </a:lnTo>
                <a:lnTo>
                  <a:pt x="455670" y="29850"/>
                </a:lnTo>
                <a:lnTo>
                  <a:pt x="413129" y="13600"/>
                </a:lnTo>
                <a:lnTo>
                  <a:pt x="367953" y="3483"/>
                </a:lnTo>
                <a:lnTo>
                  <a:pt x="320639" y="0"/>
                </a:lnTo>
                <a:close/>
              </a:path>
            </a:pathLst>
          </a:custGeom>
          <a:solidFill>
            <a:srgbClr val="3944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4" name="bg object 25">
            <a:extLst>
              <a:ext uri="{FF2B5EF4-FFF2-40B4-BE49-F238E27FC236}">
                <a16:creationId xmlns:a16="http://schemas.microsoft.com/office/drawing/2014/main" id="{7D0240B7-AA56-FD50-59B1-A10C86373B76}"/>
              </a:ext>
            </a:extLst>
          </p:cNvPr>
          <p:cNvSpPr>
            <a:spLocks/>
          </p:cNvSpPr>
          <p:nvPr/>
        </p:nvSpPr>
        <p:spPr bwMode="auto">
          <a:xfrm>
            <a:off x="17686338" y="4371975"/>
            <a:ext cx="641350" cy="401638"/>
          </a:xfrm>
          <a:custGeom>
            <a:avLst/>
            <a:gdLst>
              <a:gd name="T0" fmla="*/ 320545 w 641350"/>
              <a:gd name="T1" fmla="*/ 0 h 401320"/>
              <a:gd name="T2" fmla="*/ 273234 w 641350"/>
              <a:gd name="T3" fmla="*/ 3483 h 401320"/>
              <a:gd name="T4" fmla="*/ 228059 w 641350"/>
              <a:gd name="T5" fmla="*/ 13600 h 401320"/>
              <a:gd name="T6" fmla="*/ 185520 w 641350"/>
              <a:gd name="T7" fmla="*/ 29850 h 401320"/>
              <a:gd name="T8" fmla="*/ 146116 w 641350"/>
              <a:gd name="T9" fmla="*/ 51733 h 401320"/>
              <a:gd name="T10" fmla="*/ 110346 w 641350"/>
              <a:gd name="T11" fmla="*/ 78750 h 401320"/>
              <a:gd name="T12" fmla="*/ 78709 w 641350"/>
              <a:gd name="T13" fmla="*/ 110399 h 401320"/>
              <a:gd name="T14" fmla="*/ 51705 w 641350"/>
              <a:gd name="T15" fmla="*/ 146182 h 401320"/>
              <a:gd name="T16" fmla="*/ 29833 w 641350"/>
              <a:gd name="T17" fmla="*/ 185597 h 401320"/>
              <a:gd name="T18" fmla="*/ 13592 w 641350"/>
              <a:gd name="T19" fmla="*/ 228145 h 401320"/>
              <a:gd name="T20" fmla="*/ 3481 w 641350"/>
              <a:gd name="T21" fmla="*/ 273326 h 401320"/>
              <a:gd name="T22" fmla="*/ 0 w 641350"/>
              <a:gd name="T23" fmla="*/ 320639 h 401320"/>
              <a:gd name="T24" fmla="*/ 6304 w 641350"/>
              <a:gd name="T25" fmla="*/ 351833 h 401320"/>
              <a:gd name="T26" fmla="*/ 23492 w 641350"/>
              <a:gd name="T27" fmla="*/ 377315 h 401320"/>
              <a:gd name="T28" fmla="*/ 48975 w 641350"/>
              <a:gd name="T29" fmla="*/ 394501 h 401320"/>
              <a:gd name="T30" fmla="*/ 80165 w 641350"/>
              <a:gd name="T31" fmla="*/ 400804 h 401320"/>
              <a:gd name="T32" fmla="*/ 111352 w 641350"/>
              <a:gd name="T33" fmla="*/ 394501 h 401320"/>
              <a:gd name="T34" fmla="*/ 136832 w 641350"/>
              <a:gd name="T35" fmla="*/ 377315 h 401320"/>
              <a:gd name="T36" fmla="*/ 154016 w 641350"/>
              <a:gd name="T37" fmla="*/ 351833 h 401320"/>
              <a:gd name="T38" fmla="*/ 160319 w 641350"/>
              <a:gd name="T39" fmla="*/ 320639 h 401320"/>
              <a:gd name="T40" fmla="*/ 168498 w 641350"/>
              <a:gd name="T41" fmla="*/ 270027 h 401320"/>
              <a:gd name="T42" fmla="*/ 191264 w 641350"/>
              <a:gd name="T43" fmla="*/ 226028 h 401320"/>
              <a:gd name="T44" fmla="*/ 225963 w 641350"/>
              <a:gd name="T45" fmla="*/ 191304 h 401320"/>
              <a:gd name="T46" fmla="*/ 269942 w 641350"/>
              <a:gd name="T47" fmla="*/ 168517 h 401320"/>
              <a:gd name="T48" fmla="*/ 320545 w 641350"/>
              <a:gd name="T49" fmla="*/ 160330 h 401320"/>
              <a:gd name="T50" fmla="*/ 371162 w 641350"/>
              <a:gd name="T51" fmla="*/ 168517 h 401320"/>
              <a:gd name="T52" fmla="*/ 415164 w 641350"/>
              <a:gd name="T53" fmla="*/ 191304 h 401320"/>
              <a:gd name="T54" fmla="*/ 449890 w 641350"/>
              <a:gd name="T55" fmla="*/ 226028 h 401320"/>
              <a:gd name="T56" fmla="*/ 472677 w 641350"/>
              <a:gd name="T57" fmla="*/ 270027 h 401320"/>
              <a:gd name="T58" fmla="*/ 480864 w 641350"/>
              <a:gd name="T59" fmla="*/ 320639 h 401320"/>
              <a:gd name="T60" fmla="*/ 487169 w 641350"/>
              <a:gd name="T61" fmla="*/ 351833 h 401320"/>
              <a:gd name="T62" fmla="*/ 504357 w 641350"/>
              <a:gd name="T63" fmla="*/ 377315 h 401320"/>
              <a:gd name="T64" fmla="*/ 529840 w 641350"/>
              <a:gd name="T65" fmla="*/ 394501 h 401320"/>
              <a:gd name="T66" fmla="*/ 561030 w 641350"/>
              <a:gd name="T67" fmla="*/ 400804 h 401320"/>
              <a:gd name="T68" fmla="*/ 592219 w 641350"/>
              <a:gd name="T69" fmla="*/ 394501 h 401320"/>
              <a:gd name="T70" fmla="*/ 617702 w 641350"/>
              <a:gd name="T71" fmla="*/ 377315 h 401320"/>
              <a:gd name="T72" fmla="*/ 634890 w 641350"/>
              <a:gd name="T73" fmla="*/ 351833 h 401320"/>
              <a:gd name="T74" fmla="*/ 641195 w 641350"/>
              <a:gd name="T75" fmla="*/ 320639 h 401320"/>
              <a:gd name="T76" fmla="*/ 637711 w 641350"/>
              <a:gd name="T77" fmla="*/ 273326 h 401320"/>
              <a:gd name="T78" fmla="*/ 627594 w 641350"/>
              <a:gd name="T79" fmla="*/ 228145 h 401320"/>
              <a:gd name="T80" fmla="*/ 611344 w 641350"/>
              <a:gd name="T81" fmla="*/ 185597 h 401320"/>
              <a:gd name="T82" fmla="*/ 589460 w 641350"/>
              <a:gd name="T83" fmla="*/ 146182 h 401320"/>
              <a:gd name="T84" fmla="*/ 562443 w 641350"/>
              <a:gd name="T85" fmla="*/ 110399 h 401320"/>
              <a:gd name="T86" fmla="*/ 530793 w 641350"/>
              <a:gd name="T87" fmla="*/ 78750 h 401320"/>
              <a:gd name="T88" fmla="*/ 495010 w 641350"/>
              <a:gd name="T89" fmla="*/ 51733 h 401320"/>
              <a:gd name="T90" fmla="*/ 455593 w 641350"/>
              <a:gd name="T91" fmla="*/ 29850 h 401320"/>
              <a:gd name="T92" fmla="*/ 413043 w 641350"/>
              <a:gd name="T93" fmla="*/ 13600 h 401320"/>
              <a:gd name="T94" fmla="*/ 367860 w 641350"/>
              <a:gd name="T95" fmla="*/ 3483 h 401320"/>
              <a:gd name="T96" fmla="*/ 320545 w 641350"/>
              <a:gd name="T97" fmla="*/ 0 h 401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41350" h="401320">
                <a:moveTo>
                  <a:pt x="320545" y="0"/>
                </a:moveTo>
                <a:lnTo>
                  <a:pt x="273234" y="3483"/>
                </a:lnTo>
                <a:lnTo>
                  <a:pt x="228059" y="13600"/>
                </a:lnTo>
                <a:lnTo>
                  <a:pt x="185520" y="29850"/>
                </a:lnTo>
                <a:lnTo>
                  <a:pt x="146116" y="51733"/>
                </a:lnTo>
                <a:lnTo>
                  <a:pt x="110346" y="78750"/>
                </a:lnTo>
                <a:lnTo>
                  <a:pt x="78709" y="110399"/>
                </a:lnTo>
                <a:lnTo>
                  <a:pt x="51705" y="146182"/>
                </a:lnTo>
                <a:lnTo>
                  <a:pt x="29833" y="185597"/>
                </a:lnTo>
                <a:lnTo>
                  <a:pt x="13592" y="228145"/>
                </a:lnTo>
                <a:lnTo>
                  <a:pt x="3481" y="273326"/>
                </a:lnTo>
                <a:lnTo>
                  <a:pt x="0" y="320639"/>
                </a:lnTo>
                <a:lnTo>
                  <a:pt x="6304" y="351833"/>
                </a:lnTo>
                <a:lnTo>
                  <a:pt x="23492" y="377315"/>
                </a:lnTo>
                <a:lnTo>
                  <a:pt x="48975" y="394501"/>
                </a:lnTo>
                <a:lnTo>
                  <a:pt x="80165" y="400804"/>
                </a:lnTo>
                <a:lnTo>
                  <a:pt x="111352" y="394501"/>
                </a:lnTo>
                <a:lnTo>
                  <a:pt x="136832" y="377315"/>
                </a:lnTo>
                <a:lnTo>
                  <a:pt x="154016" y="351833"/>
                </a:lnTo>
                <a:lnTo>
                  <a:pt x="160319" y="320639"/>
                </a:lnTo>
                <a:lnTo>
                  <a:pt x="168498" y="270027"/>
                </a:lnTo>
                <a:lnTo>
                  <a:pt x="191264" y="226028"/>
                </a:lnTo>
                <a:lnTo>
                  <a:pt x="225963" y="191304"/>
                </a:lnTo>
                <a:lnTo>
                  <a:pt x="269942" y="168517"/>
                </a:lnTo>
                <a:lnTo>
                  <a:pt x="320545" y="160330"/>
                </a:lnTo>
                <a:lnTo>
                  <a:pt x="371162" y="168517"/>
                </a:lnTo>
                <a:lnTo>
                  <a:pt x="415164" y="191304"/>
                </a:lnTo>
                <a:lnTo>
                  <a:pt x="449890" y="226028"/>
                </a:lnTo>
                <a:lnTo>
                  <a:pt x="472677" y="270027"/>
                </a:lnTo>
                <a:lnTo>
                  <a:pt x="480864" y="320639"/>
                </a:lnTo>
                <a:lnTo>
                  <a:pt x="487169" y="351833"/>
                </a:lnTo>
                <a:lnTo>
                  <a:pt x="504357" y="377315"/>
                </a:lnTo>
                <a:lnTo>
                  <a:pt x="529840" y="394501"/>
                </a:lnTo>
                <a:lnTo>
                  <a:pt x="561030" y="400804"/>
                </a:lnTo>
                <a:lnTo>
                  <a:pt x="592219" y="394501"/>
                </a:lnTo>
                <a:lnTo>
                  <a:pt x="617702" y="377315"/>
                </a:lnTo>
                <a:lnTo>
                  <a:pt x="634890" y="351833"/>
                </a:lnTo>
                <a:lnTo>
                  <a:pt x="641195" y="320639"/>
                </a:lnTo>
                <a:lnTo>
                  <a:pt x="637711" y="273326"/>
                </a:lnTo>
                <a:lnTo>
                  <a:pt x="627594" y="228145"/>
                </a:lnTo>
                <a:lnTo>
                  <a:pt x="611344" y="185597"/>
                </a:lnTo>
                <a:lnTo>
                  <a:pt x="589460" y="146182"/>
                </a:lnTo>
                <a:lnTo>
                  <a:pt x="562443" y="110399"/>
                </a:lnTo>
                <a:lnTo>
                  <a:pt x="530793" y="78750"/>
                </a:lnTo>
                <a:lnTo>
                  <a:pt x="495010" y="51733"/>
                </a:lnTo>
                <a:lnTo>
                  <a:pt x="455593" y="29850"/>
                </a:lnTo>
                <a:lnTo>
                  <a:pt x="413043" y="13600"/>
                </a:lnTo>
                <a:lnTo>
                  <a:pt x="367860" y="3483"/>
                </a:lnTo>
                <a:lnTo>
                  <a:pt x="320545" y="0"/>
                </a:lnTo>
                <a:close/>
              </a:path>
            </a:pathLst>
          </a:custGeom>
          <a:solidFill>
            <a:srgbClr val="3944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5" name="bg object 26">
            <a:extLst>
              <a:ext uri="{FF2B5EF4-FFF2-40B4-BE49-F238E27FC236}">
                <a16:creationId xmlns:a16="http://schemas.microsoft.com/office/drawing/2014/main" id="{662B5701-71AF-BBBD-079A-F512B9E2181B}"/>
              </a:ext>
            </a:extLst>
          </p:cNvPr>
          <p:cNvSpPr>
            <a:spLocks/>
          </p:cNvSpPr>
          <p:nvPr/>
        </p:nvSpPr>
        <p:spPr bwMode="auto">
          <a:xfrm>
            <a:off x="15922625" y="4371975"/>
            <a:ext cx="161925" cy="401638"/>
          </a:xfrm>
          <a:custGeom>
            <a:avLst/>
            <a:gdLst>
              <a:gd name="T0" fmla="*/ 80165 w 160655"/>
              <a:gd name="T1" fmla="*/ 0 h 401320"/>
              <a:gd name="T2" fmla="*/ 48975 w 160655"/>
              <a:gd name="T3" fmla="*/ 6304 h 401320"/>
              <a:gd name="T4" fmla="*/ 23492 w 160655"/>
              <a:gd name="T5" fmla="*/ 23492 h 401320"/>
              <a:gd name="T6" fmla="*/ 6304 w 160655"/>
              <a:gd name="T7" fmla="*/ 48975 h 401320"/>
              <a:gd name="T8" fmla="*/ 0 w 160655"/>
              <a:gd name="T9" fmla="*/ 80165 h 401320"/>
              <a:gd name="T10" fmla="*/ 0 w 160655"/>
              <a:gd name="T11" fmla="*/ 320639 h 401320"/>
              <a:gd name="T12" fmla="*/ 6304 w 160655"/>
              <a:gd name="T13" fmla="*/ 351833 h 401320"/>
              <a:gd name="T14" fmla="*/ 23492 w 160655"/>
              <a:gd name="T15" fmla="*/ 377315 h 401320"/>
              <a:gd name="T16" fmla="*/ 48975 w 160655"/>
              <a:gd name="T17" fmla="*/ 394501 h 401320"/>
              <a:gd name="T18" fmla="*/ 80165 w 160655"/>
              <a:gd name="T19" fmla="*/ 400804 h 401320"/>
              <a:gd name="T20" fmla="*/ 111354 w 160655"/>
              <a:gd name="T21" fmla="*/ 394501 h 401320"/>
              <a:gd name="T22" fmla="*/ 136837 w 160655"/>
              <a:gd name="T23" fmla="*/ 377315 h 401320"/>
              <a:gd name="T24" fmla="*/ 154025 w 160655"/>
              <a:gd name="T25" fmla="*/ 351833 h 401320"/>
              <a:gd name="T26" fmla="*/ 160330 w 160655"/>
              <a:gd name="T27" fmla="*/ 320639 h 401320"/>
              <a:gd name="T28" fmla="*/ 160330 w 160655"/>
              <a:gd name="T29" fmla="*/ 80165 h 401320"/>
              <a:gd name="T30" fmla="*/ 154025 w 160655"/>
              <a:gd name="T31" fmla="*/ 48975 h 401320"/>
              <a:gd name="T32" fmla="*/ 136837 w 160655"/>
              <a:gd name="T33" fmla="*/ 23492 h 401320"/>
              <a:gd name="T34" fmla="*/ 111354 w 160655"/>
              <a:gd name="T35" fmla="*/ 6304 h 401320"/>
              <a:gd name="T36" fmla="*/ 80165 w 160655"/>
              <a:gd name="T37" fmla="*/ 0 h 401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0655" h="401320">
                <a:moveTo>
                  <a:pt x="80165" y="0"/>
                </a:moveTo>
                <a:lnTo>
                  <a:pt x="48975" y="6304"/>
                </a:lnTo>
                <a:lnTo>
                  <a:pt x="23492" y="23492"/>
                </a:lnTo>
                <a:lnTo>
                  <a:pt x="6304" y="48975"/>
                </a:lnTo>
                <a:lnTo>
                  <a:pt x="0" y="80165"/>
                </a:lnTo>
                <a:lnTo>
                  <a:pt x="0" y="320639"/>
                </a:lnTo>
                <a:lnTo>
                  <a:pt x="6304" y="351833"/>
                </a:lnTo>
                <a:lnTo>
                  <a:pt x="23492" y="377315"/>
                </a:lnTo>
                <a:lnTo>
                  <a:pt x="48975" y="394501"/>
                </a:lnTo>
                <a:lnTo>
                  <a:pt x="80165" y="400804"/>
                </a:lnTo>
                <a:lnTo>
                  <a:pt x="111354" y="394501"/>
                </a:lnTo>
                <a:lnTo>
                  <a:pt x="136837" y="377315"/>
                </a:lnTo>
                <a:lnTo>
                  <a:pt x="154025" y="351833"/>
                </a:lnTo>
                <a:lnTo>
                  <a:pt x="160330" y="320639"/>
                </a:lnTo>
                <a:lnTo>
                  <a:pt x="160330" y="80165"/>
                </a:lnTo>
                <a:lnTo>
                  <a:pt x="154025" y="48975"/>
                </a:lnTo>
                <a:lnTo>
                  <a:pt x="136837" y="23492"/>
                </a:lnTo>
                <a:lnTo>
                  <a:pt x="111354" y="6304"/>
                </a:lnTo>
                <a:lnTo>
                  <a:pt x="80165" y="0"/>
                </a:lnTo>
                <a:close/>
              </a:path>
            </a:pathLst>
          </a:custGeom>
          <a:solidFill>
            <a:srgbClr val="3944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6" name="bg object 27">
            <a:extLst>
              <a:ext uri="{FF2B5EF4-FFF2-40B4-BE49-F238E27FC236}">
                <a16:creationId xmlns:a16="http://schemas.microsoft.com/office/drawing/2014/main" id="{592A56FF-716B-2843-E5B7-FBFC63D4DA4C}"/>
              </a:ext>
            </a:extLst>
          </p:cNvPr>
          <p:cNvSpPr>
            <a:spLocks/>
          </p:cNvSpPr>
          <p:nvPr/>
        </p:nvSpPr>
        <p:spPr bwMode="auto">
          <a:xfrm>
            <a:off x="16243300" y="4371975"/>
            <a:ext cx="161925" cy="401638"/>
          </a:xfrm>
          <a:custGeom>
            <a:avLst/>
            <a:gdLst>
              <a:gd name="T0" fmla="*/ 80165 w 160655"/>
              <a:gd name="T1" fmla="*/ 0 h 401320"/>
              <a:gd name="T2" fmla="*/ 48975 w 160655"/>
              <a:gd name="T3" fmla="*/ 6304 h 401320"/>
              <a:gd name="T4" fmla="*/ 23492 w 160655"/>
              <a:gd name="T5" fmla="*/ 23492 h 401320"/>
              <a:gd name="T6" fmla="*/ 6304 w 160655"/>
              <a:gd name="T7" fmla="*/ 48975 h 401320"/>
              <a:gd name="T8" fmla="*/ 0 w 160655"/>
              <a:gd name="T9" fmla="*/ 80165 h 401320"/>
              <a:gd name="T10" fmla="*/ 0 w 160655"/>
              <a:gd name="T11" fmla="*/ 320639 h 401320"/>
              <a:gd name="T12" fmla="*/ 6304 w 160655"/>
              <a:gd name="T13" fmla="*/ 351833 h 401320"/>
              <a:gd name="T14" fmla="*/ 23492 w 160655"/>
              <a:gd name="T15" fmla="*/ 377315 h 401320"/>
              <a:gd name="T16" fmla="*/ 48975 w 160655"/>
              <a:gd name="T17" fmla="*/ 394501 h 401320"/>
              <a:gd name="T18" fmla="*/ 80165 w 160655"/>
              <a:gd name="T19" fmla="*/ 400804 h 401320"/>
              <a:gd name="T20" fmla="*/ 111354 w 160655"/>
              <a:gd name="T21" fmla="*/ 394501 h 401320"/>
              <a:gd name="T22" fmla="*/ 136837 w 160655"/>
              <a:gd name="T23" fmla="*/ 377315 h 401320"/>
              <a:gd name="T24" fmla="*/ 154025 w 160655"/>
              <a:gd name="T25" fmla="*/ 351833 h 401320"/>
              <a:gd name="T26" fmla="*/ 160330 w 160655"/>
              <a:gd name="T27" fmla="*/ 320639 h 401320"/>
              <a:gd name="T28" fmla="*/ 160330 w 160655"/>
              <a:gd name="T29" fmla="*/ 80165 h 401320"/>
              <a:gd name="T30" fmla="*/ 154025 w 160655"/>
              <a:gd name="T31" fmla="*/ 48975 h 401320"/>
              <a:gd name="T32" fmla="*/ 136837 w 160655"/>
              <a:gd name="T33" fmla="*/ 23492 h 401320"/>
              <a:gd name="T34" fmla="*/ 111354 w 160655"/>
              <a:gd name="T35" fmla="*/ 6304 h 401320"/>
              <a:gd name="T36" fmla="*/ 80165 w 160655"/>
              <a:gd name="T37" fmla="*/ 0 h 401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0655" h="401320">
                <a:moveTo>
                  <a:pt x="80165" y="0"/>
                </a:moveTo>
                <a:lnTo>
                  <a:pt x="48975" y="6304"/>
                </a:lnTo>
                <a:lnTo>
                  <a:pt x="23492" y="23492"/>
                </a:lnTo>
                <a:lnTo>
                  <a:pt x="6304" y="48975"/>
                </a:lnTo>
                <a:lnTo>
                  <a:pt x="0" y="80165"/>
                </a:lnTo>
                <a:lnTo>
                  <a:pt x="0" y="320639"/>
                </a:lnTo>
                <a:lnTo>
                  <a:pt x="6304" y="351833"/>
                </a:lnTo>
                <a:lnTo>
                  <a:pt x="23492" y="377315"/>
                </a:lnTo>
                <a:lnTo>
                  <a:pt x="48975" y="394501"/>
                </a:lnTo>
                <a:lnTo>
                  <a:pt x="80165" y="400804"/>
                </a:lnTo>
                <a:lnTo>
                  <a:pt x="111354" y="394501"/>
                </a:lnTo>
                <a:lnTo>
                  <a:pt x="136837" y="377315"/>
                </a:lnTo>
                <a:lnTo>
                  <a:pt x="154025" y="351833"/>
                </a:lnTo>
                <a:lnTo>
                  <a:pt x="160330" y="320639"/>
                </a:lnTo>
                <a:lnTo>
                  <a:pt x="160330" y="80165"/>
                </a:lnTo>
                <a:lnTo>
                  <a:pt x="154025" y="48975"/>
                </a:lnTo>
                <a:lnTo>
                  <a:pt x="136837" y="23492"/>
                </a:lnTo>
                <a:lnTo>
                  <a:pt x="111354" y="6304"/>
                </a:lnTo>
                <a:lnTo>
                  <a:pt x="80165" y="0"/>
                </a:lnTo>
                <a:close/>
              </a:path>
            </a:pathLst>
          </a:custGeom>
          <a:solidFill>
            <a:srgbClr val="3944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7" name="bg object 28">
            <a:extLst>
              <a:ext uri="{FF2B5EF4-FFF2-40B4-BE49-F238E27FC236}">
                <a16:creationId xmlns:a16="http://schemas.microsoft.com/office/drawing/2014/main" id="{CDD37345-1727-E496-CD99-1F3B6B4E47B4}"/>
              </a:ext>
            </a:extLst>
          </p:cNvPr>
          <p:cNvSpPr>
            <a:spLocks/>
          </p:cNvSpPr>
          <p:nvPr/>
        </p:nvSpPr>
        <p:spPr bwMode="auto">
          <a:xfrm>
            <a:off x="17365663" y="4371975"/>
            <a:ext cx="160337" cy="401638"/>
          </a:xfrm>
          <a:custGeom>
            <a:avLst/>
            <a:gdLst>
              <a:gd name="T0" fmla="*/ 80165 w 160655"/>
              <a:gd name="T1" fmla="*/ 0 h 401320"/>
              <a:gd name="T2" fmla="*/ 48975 w 160655"/>
              <a:gd name="T3" fmla="*/ 6304 h 401320"/>
              <a:gd name="T4" fmla="*/ 23492 w 160655"/>
              <a:gd name="T5" fmla="*/ 23492 h 401320"/>
              <a:gd name="T6" fmla="*/ 6304 w 160655"/>
              <a:gd name="T7" fmla="*/ 48975 h 401320"/>
              <a:gd name="T8" fmla="*/ 0 w 160655"/>
              <a:gd name="T9" fmla="*/ 80165 h 401320"/>
              <a:gd name="T10" fmla="*/ 0 w 160655"/>
              <a:gd name="T11" fmla="*/ 320639 h 401320"/>
              <a:gd name="T12" fmla="*/ 6304 w 160655"/>
              <a:gd name="T13" fmla="*/ 351833 h 401320"/>
              <a:gd name="T14" fmla="*/ 23492 w 160655"/>
              <a:gd name="T15" fmla="*/ 377315 h 401320"/>
              <a:gd name="T16" fmla="*/ 48975 w 160655"/>
              <a:gd name="T17" fmla="*/ 394501 h 401320"/>
              <a:gd name="T18" fmla="*/ 80165 w 160655"/>
              <a:gd name="T19" fmla="*/ 400804 h 401320"/>
              <a:gd name="T20" fmla="*/ 111354 w 160655"/>
              <a:gd name="T21" fmla="*/ 394501 h 401320"/>
              <a:gd name="T22" fmla="*/ 136837 w 160655"/>
              <a:gd name="T23" fmla="*/ 377315 h 401320"/>
              <a:gd name="T24" fmla="*/ 154025 w 160655"/>
              <a:gd name="T25" fmla="*/ 351833 h 401320"/>
              <a:gd name="T26" fmla="*/ 160330 w 160655"/>
              <a:gd name="T27" fmla="*/ 320639 h 401320"/>
              <a:gd name="T28" fmla="*/ 160330 w 160655"/>
              <a:gd name="T29" fmla="*/ 80165 h 401320"/>
              <a:gd name="T30" fmla="*/ 154025 w 160655"/>
              <a:gd name="T31" fmla="*/ 48975 h 401320"/>
              <a:gd name="T32" fmla="*/ 136837 w 160655"/>
              <a:gd name="T33" fmla="*/ 23492 h 401320"/>
              <a:gd name="T34" fmla="*/ 111354 w 160655"/>
              <a:gd name="T35" fmla="*/ 6304 h 401320"/>
              <a:gd name="T36" fmla="*/ 80165 w 160655"/>
              <a:gd name="T37" fmla="*/ 0 h 401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0655" h="401320">
                <a:moveTo>
                  <a:pt x="80165" y="0"/>
                </a:moveTo>
                <a:lnTo>
                  <a:pt x="48975" y="6304"/>
                </a:lnTo>
                <a:lnTo>
                  <a:pt x="23492" y="23492"/>
                </a:lnTo>
                <a:lnTo>
                  <a:pt x="6304" y="48975"/>
                </a:lnTo>
                <a:lnTo>
                  <a:pt x="0" y="80165"/>
                </a:lnTo>
                <a:lnTo>
                  <a:pt x="0" y="320639"/>
                </a:lnTo>
                <a:lnTo>
                  <a:pt x="6304" y="351833"/>
                </a:lnTo>
                <a:lnTo>
                  <a:pt x="23492" y="377315"/>
                </a:lnTo>
                <a:lnTo>
                  <a:pt x="48975" y="394501"/>
                </a:lnTo>
                <a:lnTo>
                  <a:pt x="80165" y="400804"/>
                </a:lnTo>
                <a:lnTo>
                  <a:pt x="111354" y="394501"/>
                </a:lnTo>
                <a:lnTo>
                  <a:pt x="136837" y="377315"/>
                </a:lnTo>
                <a:lnTo>
                  <a:pt x="154025" y="351833"/>
                </a:lnTo>
                <a:lnTo>
                  <a:pt x="160330" y="320639"/>
                </a:lnTo>
                <a:lnTo>
                  <a:pt x="160330" y="80165"/>
                </a:lnTo>
                <a:lnTo>
                  <a:pt x="154025" y="48975"/>
                </a:lnTo>
                <a:lnTo>
                  <a:pt x="136837" y="23492"/>
                </a:lnTo>
                <a:lnTo>
                  <a:pt x="111354" y="6304"/>
                </a:lnTo>
                <a:lnTo>
                  <a:pt x="80165" y="0"/>
                </a:lnTo>
                <a:close/>
              </a:path>
            </a:pathLst>
          </a:custGeom>
          <a:solidFill>
            <a:srgbClr val="3944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8" name="bg object 29">
            <a:extLst>
              <a:ext uri="{FF2B5EF4-FFF2-40B4-BE49-F238E27FC236}">
                <a16:creationId xmlns:a16="http://schemas.microsoft.com/office/drawing/2014/main" id="{39AB6586-920D-B39A-6354-D3205A432476}"/>
              </a:ext>
            </a:extLst>
          </p:cNvPr>
          <p:cNvSpPr>
            <a:spLocks/>
          </p:cNvSpPr>
          <p:nvPr/>
        </p:nvSpPr>
        <p:spPr bwMode="auto">
          <a:xfrm>
            <a:off x="14962188" y="5494338"/>
            <a:ext cx="3044825" cy="160337"/>
          </a:xfrm>
          <a:custGeom>
            <a:avLst/>
            <a:gdLst>
              <a:gd name="T0" fmla="*/ 2965354 w 3046094"/>
              <a:gd name="T1" fmla="*/ 0 h 160654"/>
              <a:gd name="T2" fmla="*/ 80154 w 3046094"/>
              <a:gd name="T3" fmla="*/ 0 h 160654"/>
              <a:gd name="T4" fmla="*/ 48966 w 3046094"/>
              <a:gd name="T5" fmla="*/ 6302 h 160654"/>
              <a:gd name="T6" fmla="*/ 23487 w 3046094"/>
              <a:gd name="T7" fmla="*/ 23487 h 160654"/>
              <a:gd name="T8" fmla="*/ 6302 w 3046094"/>
              <a:gd name="T9" fmla="*/ 48966 h 160654"/>
              <a:gd name="T10" fmla="*/ 0 w 3046094"/>
              <a:gd name="T11" fmla="*/ 80154 h 160654"/>
              <a:gd name="T12" fmla="*/ 6302 w 3046094"/>
              <a:gd name="T13" fmla="*/ 111348 h 160654"/>
              <a:gd name="T14" fmla="*/ 23487 w 3046094"/>
              <a:gd name="T15" fmla="*/ 136830 h 160654"/>
              <a:gd name="T16" fmla="*/ 48966 w 3046094"/>
              <a:gd name="T17" fmla="*/ 154016 h 160654"/>
              <a:gd name="T18" fmla="*/ 80154 w 3046094"/>
              <a:gd name="T19" fmla="*/ 160319 h 160654"/>
              <a:gd name="T20" fmla="*/ 2965354 w 3046094"/>
              <a:gd name="T21" fmla="*/ 160319 h 160654"/>
              <a:gd name="T22" fmla="*/ 2996544 w 3046094"/>
              <a:gd name="T23" fmla="*/ 154016 h 160654"/>
              <a:gd name="T24" fmla="*/ 3022027 w 3046094"/>
              <a:gd name="T25" fmla="*/ 136830 h 160654"/>
              <a:gd name="T26" fmla="*/ 3039215 w 3046094"/>
              <a:gd name="T27" fmla="*/ 111348 h 160654"/>
              <a:gd name="T28" fmla="*/ 3045519 w 3046094"/>
              <a:gd name="T29" fmla="*/ 80154 h 160654"/>
              <a:gd name="T30" fmla="*/ 3039215 w 3046094"/>
              <a:gd name="T31" fmla="*/ 48966 h 160654"/>
              <a:gd name="T32" fmla="*/ 3022027 w 3046094"/>
              <a:gd name="T33" fmla="*/ 23487 h 160654"/>
              <a:gd name="T34" fmla="*/ 2996544 w 3046094"/>
              <a:gd name="T35" fmla="*/ 6302 h 160654"/>
              <a:gd name="T36" fmla="*/ 2965354 w 3046094"/>
              <a:gd name="T37" fmla="*/ 0 h 160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46094" h="160654">
                <a:moveTo>
                  <a:pt x="2965354" y="0"/>
                </a:moveTo>
                <a:lnTo>
                  <a:pt x="80154" y="0"/>
                </a:lnTo>
                <a:lnTo>
                  <a:pt x="48966" y="6302"/>
                </a:lnTo>
                <a:lnTo>
                  <a:pt x="23487" y="23487"/>
                </a:lnTo>
                <a:lnTo>
                  <a:pt x="6302" y="48966"/>
                </a:lnTo>
                <a:lnTo>
                  <a:pt x="0" y="80154"/>
                </a:lnTo>
                <a:lnTo>
                  <a:pt x="6302" y="111348"/>
                </a:lnTo>
                <a:lnTo>
                  <a:pt x="23487" y="136830"/>
                </a:lnTo>
                <a:lnTo>
                  <a:pt x="48966" y="154016"/>
                </a:lnTo>
                <a:lnTo>
                  <a:pt x="80154" y="160319"/>
                </a:lnTo>
                <a:lnTo>
                  <a:pt x="2965354" y="160319"/>
                </a:lnTo>
                <a:lnTo>
                  <a:pt x="2996544" y="154016"/>
                </a:lnTo>
                <a:lnTo>
                  <a:pt x="3022027" y="136830"/>
                </a:lnTo>
                <a:lnTo>
                  <a:pt x="3039215" y="111348"/>
                </a:lnTo>
                <a:lnTo>
                  <a:pt x="3045519" y="80154"/>
                </a:lnTo>
                <a:lnTo>
                  <a:pt x="3039215" y="48966"/>
                </a:lnTo>
                <a:lnTo>
                  <a:pt x="3022027" y="23487"/>
                </a:lnTo>
                <a:lnTo>
                  <a:pt x="2996544" y="6302"/>
                </a:lnTo>
                <a:lnTo>
                  <a:pt x="2965354" y="0"/>
                </a:lnTo>
                <a:close/>
              </a:path>
            </a:pathLst>
          </a:custGeom>
          <a:solidFill>
            <a:srgbClr val="3944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9" name="bg object 30">
            <a:extLst>
              <a:ext uri="{FF2B5EF4-FFF2-40B4-BE49-F238E27FC236}">
                <a16:creationId xmlns:a16="http://schemas.microsoft.com/office/drawing/2014/main" id="{9F9AEB7D-7B2F-071D-193B-BE645B89AA98}"/>
              </a:ext>
            </a:extLst>
          </p:cNvPr>
          <p:cNvSpPr>
            <a:spLocks/>
          </p:cNvSpPr>
          <p:nvPr/>
        </p:nvSpPr>
        <p:spPr bwMode="auto">
          <a:xfrm>
            <a:off x="14962188" y="5013325"/>
            <a:ext cx="3525837" cy="2725738"/>
          </a:xfrm>
          <a:custGeom>
            <a:avLst/>
            <a:gdLst>
              <a:gd name="T0" fmla="*/ 3526383 w 3526790"/>
              <a:gd name="T1" fmla="*/ 80162 h 2725420"/>
              <a:gd name="T2" fmla="*/ 3520084 w 3526790"/>
              <a:gd name="T3" fmla="*/ 48971 h 2725420"/>
              <a:gd name="T4" fmla="*/ 3502901 w 3526790"/>
              <a:gd name="T5" fmla="*/ 23495 h 2725420"/>
              <a:gd name="T6" fmla="*/ 3477412 w 3526790"/>
              <a:gd name="T7" fmla="*/ 6299 h 2725420"/>
              <a:gd name="T8" fmla="*/ 3446221 w 3526790"/>
              <a:gd name="T9" fmla="*/ 0 h 2725420"/>
              <a:gd name="T10" fmla="*/ 3366071 w 3526790"/>
              <a:gd name="T11" fmla="*/ 0 h 2725420"/>
              <a:gd name="T12" fmla="*/ 3366071 w 3526790"/>
              <a:gd name="T13" fmla="*/ 160324 h 2725420"/>
              <a:gd name="T14" fmla="*/ 3366071 w 3526790"/>
              <a:gd name="T15" fmla="*/ 524649 h 2725420"/>
              <a:gd name="T16" fmla="*/ 2111095 w 3526790"/>
              <a:gd name="T17" fmla="*/ 1622666 h 2725420"/>
              <a:gd name="T18" fmla="*/ 2085517 w 3526790"/>
              <a:gd name="T19" fmla="*/ 1665960 h 2725420"/>
              <a:gd name="T20" fmla="*/ 2083689 w 3526790"/>
              <a:gd name="T21" fmla="*/ 1682991 h 2725420"/>
              <a:gd name="T22" fmla="*/ 2083689 w 3526790"/>
              <a:gd name="T23" fmla="*/ 2269921 h 2725420"/>
              <a:gd name="T24" fmla="*/ 1442593 w 3526790"/>
              <a:gd name="T25" fmla="*/ 2526296 h 2725420"/>
              <a:gd name="T26" fmla="*/ 1442593 w 3526790"/>
              <a:gd name="T27" fmla="*/ 1763153 h 2725420"/>
              <a:gd name="T28" fmla="*/ 1843303 w 3526790"/>
              <a:gd name="T29" fmla="*/ 1763153 h 2725420"/>
              <a:gd name="T30" fmla="*/ 1874494 w 3526790"/>
              <a:gd name="T31" fmla="*/ 1756841 h 2725420"/>
              <a:gd name="T32" fmla="*/ 1899983 w 3526790"/>
              <a:gd name="T33" fmla="*/ 1739658 h 2725420"/>
              <a:gd name="T34" fmla="*/ 1917166 w 3526790"/>
              <a:gd name="T35" fmla="*/ 1714182 h 2725420"/>
              <a:gd name="T36" fmla="*/ 1923478 w 3526790"/>
              <a:gd name="T37" fmla="*/ 1682978 h 2725420"/>
              <a:gd name="T38" fmla="*/ 1917166 w 3526790"/>
              <a:gd name="T39" fmla="*/ 1651800 h 2725420"/>
              <a:gd name="T40" fmla="*/ 1899983 w 3526790"/>
              <a:gd name="T41" fmla="*/ 1626311 h 2725420"/>
              <a:gd name="T42" fmla="*/ 1874494 w 3526790"/>
              <a:gd name="T43" fmla="*/ 1609128 h 2725420"/>
              <a:gd name="T44" fmla="*/ 1843303 w 3526790"/>
              <a:gd name="T45" fmla="*/ 1602828 h 2725420"/>
              <a:gd name="T46" fmla="*/ 1392516 w 3526790"/>
              <a:gd name="T47" fmla="*/ 1602828 h 2725420"/>
              <a:gd name="T48" fmla="*/ 160324 w 3526790"/>
              <a:gd name="T49" fmla="*/ 524649 h 2725420"/>
              <a:gd name="T50" fmla="*/ 160324 w 3526790"/>
              <a:gd name="T51" fmla="*/ 160324 h 2725420"/>
              <a:gd name="T52" fmla="*/ 3366071 w 3526790"/>
              <a:gd name="T53" fmla="*/ 160324 h 2725420"/>
              <a:gd name="T54" fmla="*/ 3366071 w 3526790"/>
              <a:gd name="T55" fmla="*/ 0 h 2725420"/>
              <a:gd name="T56" fmla="*/ 80162 w 3526790"/>
              <a:gd name="T57" fmla="*/ 0 h 2725420"/>
              <a:gd name="T58" fmla="*/ 48971 w 3526790"/>
              <a:gd name="T59" fmla="*/ 6299 h 2725420"/>
              <a:gd name="T60" fmla="*/ 23495 w 3526790"/>
              <a:gd name="T61" fmla="*/ 23495 h 2725420"/>
              <a:gd name="T62" fmla="*/ 6299 w 3526790"/>
              <a:gd name="T63" fmla="*/ 48971 h 2725420"/>
              <a:gd name="T64" fmla="*/ 0 w 3526790"/>
              <a:gd name="T65" fmla="*/ 80162 h 2725420"/>
              <a:gd name="T66" fmla="*/ 0 w 3526790"/>
              <a:gd name="T67" fmla="*/ 561035 h 2725420"/>
              <a:gd name="T68" fmla="*/ 15786 w 3526790"/>
              <a:gd name="T69" fmla="*/ 608749 h 2725420"/>
              <a:gd name="T70" fmla="*/ 1282280 w 3526790"/>
              <a:gd name="T71" fmla="*/ 1719376 h 2725420"/>
              <a:gd name="T72" fmla="*/ 1282280 w 3526790"/>
              <a:gd name="T73" fmla="*/ 2644724 h 2725420"/>
              <a:gd name="T74" fmla="*/ 1291628 w 3526790"/>
              <a:gd name="T75" fmla="*/ 2682278 h 2725420"/>
              <a:gd name="T76" fmla="*/ 1317548 w 3526790"/>
              <a:gd name="T77" fmla="*/ 2711132 h 2725420"/>
              <a:gd name="T78" fmla="*/ 1362443 w 3526790"/>
              <a:gd name="T79" fmla="*/ 2724886 h 2725420"/>
              <a:gd name="T80" fmla="*/ 1370012 w 3526790"/>
              <a:gd name="T81" fmla="*/ 2724531 h 2725420"/>
              <a:gd name="T82" fmla="*/ 1874393 w 3526790"/>
              <a:gd name="T83" fmla="*/ 2526296 h 2725420"/>
              <a:gd name="T84" fmla="*/ 2193594 w 3526790"/>
              <a:gd name="T85" fmla="*/ 2398623 h 2725420"/>
              <a:gd name="T86" fmla="*/ 2230247 w 3526790"/>
              <a:gd name="T87" fmla="*/ 2369083 h 2725420"/>
              <a:gd name="T88" fmla="*/ 2244013 w 3526790"/>
              <a:gd name="T89" fmla="*/ 2324176 h 2725420"/>
              <a:gd name="T90" fmla="*/ 2244013 w 3526790"/>
              <a:gd name="T91" fmla="*/ 1719376 h 2725420"/>
              <a:gd name="T92" fmla="*/ 3498977 w 3526790"/>
              <a:gd name="T93" fmla="*/ 621360 h 2725420"/>
              <a:gd name="T94" fmla="*/ 3510597 w 3526790"/>
              <a:gd name="T95" fmla="*/ 608749 h 2725420"/>
              <a:gd name="T96" fmla="*/ 3519208 w 3526790"/>
              <a:gd name="T97" fmla="*/ 594144 h 2725420"/>
              <a:gd name="T98" fmla="*/ 3524554 w 3526790"/>
              <a:gd name="T99" fmla="*/ 578053 h 2725420"/>
              <a:gd name="T100" fmla="*/ 3526383 w 3526790"/>
              <a:gd name="T101" fmla="*/ 561035 h 2725420"/>
              <a:gd name="T102" fmla="*/ 3526383 w 3526790"/>
              <a:gd name="T103" fmla="*/ 160324 h 2725420"/>
              <a:gd name="T104" fmla="*/ 3526383 w 3526790"/>
              <a:gd name="T105" fmla="*/ 80162 h 2725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526790" h="2725420">
                <a:moveTo>
                  <a:pt x="3526383" y="80162"/>
                </a:moveTo>
                <a:lnTo>
                  <a:pt x="3520084" y="48971"/>
                </a:lnTo>
                <a:lnTo>
                  <a:pt x="3502901" y="23495"/>
                </a:lnTo>
                <a:lnTo>
                  <a:pt x="3477412" y="6299"/>
                </a:lnTo>
                <a:lnTo>
                  <a:pt x="3446221" y="0"/>
                </a:lnTo>
                <a:lnTo>
                  <a:pt x="3366071" y="0"/>
                </a:lnTo>
                <a:lnTo>
                  <a:pt x="3366071" y="160324"/>
                </a:lnTo>
                <a:lnTo>
                  <a:pt x="3366071" y="524649"/>
                </a:lnTo>
                <a:lnTo>
                  <a:pt x="2111095" y="1622666"/>
                </a:lnTo>
                <a:lnTo>
                  <a:pt x="2085517" y="1665960"/>
                </a:lnTo>
                <a:lnTo>
                  <a:pt x="2083689" y="1682991"/>
                </a:lnTo>
                <a:lnTo>
                  <a:pt x="2083689" y="2269921"/>
                </a:lnTo>
                <a:lnTo>
                  <a:pt x="1442593" y="2526296"/>
                </a:lnTo>
                <a:lnTo>
                  <a:pt x="1442593" y="1763153"/>
                </a:lnTo>
                <a:lnTo>
                  <a:pt x="1843303" y="1763153"/>
                </a:lnTo>
                <a:lnTo>
                  <a:pt x="1874494" y="1756841"/>
                </a:lnTo>
                <a:lnTo>
                  <a:pt x="1899983" y="1739658"/>
                </a:lnTo>
                <a:lnTo>
                  <a:pt x="1917166" y="1714182"/>
                </a:lnTo>
                <a:lnTo>
                  <a:pt x="1923478" y="1682978"/>
                </a:lnTo>
                <a:lnTo>
                  <a:pt x="1917166" y="1651800"/>
                </a:lnTo>
                <a:lnTo>
                  <a:pt x="1899983" y="1626311"/>
                </a:lnTo>
                <a:lnTo>
                  <a:pt x="1874494" y="1609128"/>
                </a:lnTo>
                <a:lnTo>
                  <a:pt x="1843303" y="1602828"/>
                </a:lnTo>
                <a:lnTo>
                  <a:pt x="1392516" y="1602828"/>
                </a:lnTo>
                <a:lnTo>
                  <a:pt x="160324" y="524649"/>
                </a:lnTo>
                <a:lnTo>
                  <a:pt x="160324" y="160324"/>
                </a:lnTo>
                <a:lnTo>
                  <a:pt x="3366071" y="160324"/>
                </a:lnTo>
                <a:lnTo>
                  <a:pt x="3366071" y="0"/>
                </a:lnTo>
                <a:lnTo>
                  <a:pt x="80162" y="0"/>
                </a:lnTo>
                <a:lnTo>
                  <a:pt x="48971" y="6299"/>
                </a:lnTo>
                <a:lnTo>
                  <a:pt x="23495" y="23495"/>
                </a:lnTo>
                <a:lnTo>
                  <a:pt x="6299" y="48971"/>
                </a:lnTo>
                <a:lnTo>
                  <a:pt x="0" y="80162"/>
                </a:lnTo>
                <a:lnTo>
                  <a:pt x="0" y="561035"/>
                </a:lnTo>
                <a:lnTo>
                  <a:pt x="15786" y="608749"/>
                </a:lnTo>
                <a:lnTo>
                  <a:pt x="1282280" y="1719376"/>
                </a:lnTo>
                <a:lnTo>
                  <a:pt x="1282280" y="2644724"/>
                </a:lnTo>
                <a:lnTo>
                  <a:pt x="1291628" y="2682278"/>
                </a:lnTo>
                <a:lnTo>
                  <a:pt x="1317548" y="2711132"/>
                </a:lnTo>
                <a:lnTo>
                  <a:pt x="1362443" y="2724886"/>
                </a:lnTo>
                <a:lnTo>
                  <a:pt x="1370012" y="2724531"/>
                </a:lnTo>
                <a:lnTo>
                  <a:pt x="1874393" y="2526296"/>
                </a:lnTo>
                <a:lnTo>
                  <a:pt x="2193594" y="2398623"/>
                </a:lnTo>
                <a:lnTo>
                  <a:pt x="2230247" y="2369083"/>
                </a:lnTo>
                <a:lnTo>
                  <a:pt x="2244013" y="2324176"/>
                </a:lnTo>
                <a:lnTo>
                  <a:pt x="2244013" y="1719376"/>
                </a:lnTo>
                <a:lnTo>
                  <a:pt x="3498977" y="621360"/>
                </a:lnTo>
                <a:lnTo>
                  <a:pt x="3510597" y="608749"/>
                </a:lnTo>
                <a:lnTo>
                  <a:pt x="3519208" y="594144"/>
                </a:lnTo>
                <a:lnTo>
                  <a:pt x="3524554" y="578053"/>
                </a:lnTo>
                <a:lnTo>
                  <a:pt x="3526383" y="561035"/>
                </a:lnTo>
                <a:lnTo>
                  <a:pt x="3526383" y="160324"/>
                </a:lnTo>
                <a:lnTo>
                  <a:pt x="3526383" y="80162"/>
                </a:lnTo>
                <a:close/>
              </a:path>
            </a:pathLst>
          </a:custGeom>
          <a:solidFill>
            <a:srgbClr val="3944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pic>
        <p:nvPicPr>
          <p:cNvPr id="20" name="bg object 31">
            <a:extLst>
              <a:ext uri="{FF2B5EF4-FFF2-40B4-BE49-F238E27FC236}">
                <a16:creationId xmlns:a16="http://schemas.microsoft.com/office/drawing/2014/main" id="{4460BA2E-01F3-63C3-68C7-4A0B96FF09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bg object 32">
            <a:extLst>
              <a:ext uri="{FF2B5EF4-FFF2-40B4-BE49-F238E27FC236}">
                <a16:creationId xmlns:a16="http://schemas.microsoft.com/office/drawing/2014/main" id="{E8714F22-2D74-D520-E45A-4720DEB97D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bg object 33">
            <a:extLst>
              <a:ext uri="{FF2B5EF4-FFF2-40B4-BE49-F238E27FC236}">
                <a16:creationId xmlns:a16="http://schemas.microsoft.com/office/drawing/2014/main" id="{BA70A78F-6169-C4DC-DA6C-FA166A9B24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bg object 34">
            <a:extLst>
              <a:ext uri="{FF2B5EF4-FFF2-40B4-BE49-F238E27FC236}">
                <a16:creationId xmlns:a16="http://schemas.microsoft.com/office/drawing/2014/main" id="{509EF96D-E5E1-F8FF-B313-0185E4777E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bg object 35">
            <a:extLst>
              <a:ext uri="{FF2B5EF4-FFF2-40B4-BE49-F238E27FC236}">
                <a16:creationId xmlns:a16="http://schemas.microsoft.com/office/drawing/2014/main" id="{D6FEEEA6-1D32-7393-334C-96A41E9E55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bg object 36">
            <a:extLst>
              <a:ext uri="{FF2B5EF4-FFF2-40B4-BE49-F238E27FC236}">
                <a16:creationId xmlns:a16="http://schemas.microsoft.com/office/drawing/2014/main" id="{371055EE-4C5E-EF9D-CF36-884B1980ECB1}"/>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6" name="bg object 37">
            <a:extLst>
              <a:ext uri="{FF2B5EF4-FFF2-40B4-BE49-F238E27FC236}">
                <a16:creationId xmlns:a16="http://schemas.microsoft.com/office/drawing/2014/main" id="{249C9AD2-FDB6-9F17-3D33-9B923F73F4D1}"/>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 name="Holder 2"/>
          <p:cNvSpPr>
            <a:spLocks noGrp="1"/>
          </p:cNvSpPr>
          <p:nvPr>
            <p:ph type="title"/>
          </p:nvPr>
        </p:nvSpPr>
        <p:spPr/>
        <p:txBody>
          <a:bodyPr/>
          <a:lstStyle>
            <a:lvl1pPr>
              <a:defRPr sz="3300" b="0" i="0">
                <a:solidFill>
                  <a:srgbClr val="5D5D5D"/>
                </a:solidFill>
                <a:latin typeface="Calibri"/>
                <a:cs typeface="Calibri"/>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a:lstStyle>
            <a:lvl1pPr>
              <a:defRPr/>
            </a:lvl1pPr>
          </a:lstStyle>
          <a:p>
            <a:endParaRPr/>
          </a:p>
        </p:txBody>
      </p:sp>
      <p:sp>
        <p:nvSpPr>
          <p:cNvPr id="27" name="Holder 5">
            <a:extLst>
              <a:ext uri="{FF2B5EF4-FFF2-40B4-BE49-F238E27FC236}">
                <a16:creationId xmlns:a16="http://schemas.microsoft.com/office/drawing/2014/main" id="{A1BE36C7-7B1D-517A-3F52-6BCB72DB1BBF}"/>
              </a:ext>
            </a:extLst>
          </p:cNvPr>
          <p:cNvSpPr>
            <a:spLocks noGrp="1"/>
          </p:cNvSpPr>
          <p:nvPr>
            <p:ph type="ftr" sz="quarter" idx="10"/>
          </p:nvPr>
        </p:nvSpPr>
        <p:spPr/>
        <p:txBody>
          <a:bodyPr/>
          <a:lstStyle>
            <a:lvl1pPr>
              <a:defRPr sz="1650" b="1" i="0" dirty="0">
                <a:solidFill>
                  <a:srgbClr val="0F1D34"/>
                </a:solidFill>
                <a:latin typeface="Open Sans SemiBold"/>
                <a:cs typeface="Open Sans SemiBold"/>
              </a:defRPr>
            </a:lvl1pPr>
          </a:lstStyle>
          <a:p>
            <a:pPr>
              <a:defRPr/>
            </a:pPr>
            <a:r>
              <a:t>IT</a:t>
            </a:r>
            <a:r>
              <a:rPr spc="-15"/>
              <a:t> </a:t>
            </a:r>
            <a:r>
              <a:rPr spc="-10"/>
              <a:t>Services</a:t>
            </a:r>
          </a:p>
        </p:txBody>
      </p:sp>
      <p:sp>
        <p:nvSpPr>
          <p:cNvPr id="28" name="Holder 6">
            <a:extLst>
              <a:ext uri="{FF2B5EF4-FFF2-40B4-BE49-F238E27FC236}">
                <a16:creationId xmlns:a16="http://schemas.microsoft.com/office/drawing/2014/main" id="{CB8A6447-615E-FB86-08C2-09B33A3193B4}"/>
              </a:ext>
            </a:extLst>
          </p:cNvPr>
          <p:cNvSpPr>
            <a:spLocks noGrp="1" noChangeArrowheads="1"/>
          </p:cNvSpPr>
          <p:nvPr>
            <p:ph type="dt" sz="half" idx="11"/>
          </p:nvPr>
        </p:nvSpPr>
        <p:spPr/>
        <p:txBody>
          <a:bodyPr/>
          <a:lstStyle>
            <a:lvl1pPr>
              <a:defRPr/>
            </a:lvl1pPr>
          </a:lstStyle>
          <a:p>
            <a:fld id="{E2AA5453-641E-416C-A5E7-911ECC78F5C7}" type="datetimeFigureOut">
              <a:rPr lang="en-US" altLang="en-US" smtClean="0"/>
              <a:pPr/>
              <a:t>3/23/2026</a:t>
            </a:fld>
            <a:endParaRPr lang="en-US" altLang="en-US"/>
          </a:p>
        </p:txBody>
      </p:sp>
      <p:sp>
        <p:nvSpPr>
          <p:cNvPr id="29" name="Holder 7">
            <a:extLst>
              <a:ext uri="{FF2B5EF4-FFF2-40B4-BE49-F238E27FC236}">
                <a16:creationId xmlns:a16="http://schemas.microsoft.com/office/drawing/2014/main" id="{2249EA64-36D7-7B4A-561E-8C8CC8947241}"/>
              </a:ext>
            </a:extLst>
          </p:cNvPr>
          <p:cNvSpPr>
            <a:spLocks noGrp="1" noChangeArrowheads="1"/>
          </p:cNvSpPr>
          <p:nvPr>
            <p:ph type="sldNum" sz="quarter" idx="12"/>
          </p:nvPr>
        </p:nvSpPr>
        <p:spPr/>
        <p:txBody>
          <a:bodyPr/>
          <a:lstStyle>
            <a:lvl1pPr>
              <a:defRPr/>
            </a:lvl1pPr>
          </a:lstStyle>
          <a:p>
            <a:fld id="{009D8E36-F6D4-4C92-A35E-DEDA88693C37}" type="slidenum">
              <a:rPr lang="en-US" altLang="en-US"/>
              <a:pPr/>
              <a:t>‹#›</a:t>
            </a:fld>
            <a:endParaRPr lang="en-US" altLang="en-US"/>
          </a:p>
        </p:txBody>
      </p:sp>
    </p:spTree>
    <p:extLst>
      <p:ext uri="{BB962C8B-B14F-4D97-AF65-F5344CB8AC3E}">
        <p14:creationId xmlns:p14="http://schemas.microsoft.com/office/powerpoint/2010/main" val="199823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300" b="0" i="0">
                <a:solidFill>
                  <a:srgbClr val="5D5D5D"/>
                </a:solidFill>
                <a:latin typeface="Calibri"/>
                <a:cs typeface="Calibri"/>
              </a:defRPr>
            </a:lvl1pPr>
          </a:lstStyle>
          <a:p>
            <a:endParaRPr/>
          </a:p>
        </p:txBody>
      </p:sp>
      <p:sp>
        <p:nvSpPr>
          <p:cNvPr id="3" name="Holder 4">
            <a:extLst>
              <a:ext uri="{FF2B5EF4-FFF2-40B4-BE49-F238E27FC236}">
                <a16:creationId xmlns:a16="http://schemas.microsoft.com/office/drawing/2014/main" id="{FBE0F3E3-48B4-6657-5107-040E18F3C3D0}"/>
              </a:ext>
            </a:extLst>
          </p:cNvPr>
          <p:cNvSpPr>
            <a:spLocks noGrp="1"/>
          </p:cNvSpPr>
          <p:nvPr>
            <p:ph type="ftr" sz="quarter" idx="10"/>
          </p:nvPr>
        </p:nvSpPr>
        <p:spPr/>
        <p:txBody>
          <a:bodyPr/>
          <a:lstStyle>
            <a:lvl1pPr>
              <a:defRPr/>
            </a:lvl1pPr>
          </a:lstStyle>
          <a:p>
            <a:pPr>
              <a:defRPr/>
            </a:pPr>
            <a:r>
              <a:t>IT</a:t>
            </a:r>
            <a:r>
              <a:rPr spc="-15"/>
              <a:t> </a:t>
            </a:r>
            <a:r>
              <a:rPr spc="-10"/>
              <a:t>Services</a:t>
            </a:r>
          </a:p>
        </p:txBody>
      </p:sp>
      <p:sp>
        <p:nvSpPr>
          <p:cNvPr id="4" name="Holder 5">
            <a:extLst>
              <a:ext uri="{FF2B5EF4-FFF2-40B4-BE49-F238E27FC236}">
                <a16:creationId xmlns:a16="http://schemas.microsoft.com/office/drawing/2014/main" id="{73F83D5C-D05D-F4F8-A2DC-D50A9136EF52}"/>
              </a:ext>
            </a:extLst>
          </p:cNvPr>
          <p:cNvSpPr>
            <a:spLocks noGrp="1" noChangeArrowheads="1"/>
          </p:cNvSpPr>
          <p:nvPr>
            <p:ph type="dt" sz="half" idx="11"/>
          </p:nvPr>
        </p:nvSpPr>
        <p:spPr>
          <a:ln/>
        </p:spPr>
        <p:txBody>
          <a:bodyPr/>
          <a:lstStyle>
            <a:lvl1pPr>
              <a:defRPr/>
            </a:lvl1pPr>
          </a:lstStyle>
          <a:p>
            <a:fld id="{8CCBE992-CA35-4425-867B-9F6101871CA4}" type="datetimeFigureOut">
              <a:rPr lang="en-US" altLang="en-US" smtClean="0"/>
              <a:pPr/>
              <a:t>3/23/2026</a:t>
            </a:fld>
            <a:endParaRPr lang="en-US" altLang="en-US"/>
          </a:p>
        </p:txBody>
      </p:sp>
      <p:sp>
        <p:nvSpPr>
          <p:cNvPr id="5" name="Holder 6">
            <a:extLst>
              <a:ext uri="{FF2B5EF4-FFF2-40B4-BE49-F238E27FC236}">
                <a16:creationId xmlns:a16="http://schemas.microsoft.com/office/drawing/2014/main" id="{693EF7AE-964C-7499-6F71-F827994ADD28}"/>
              </a:ext>
            </a:extLst>
          </p:cNvPr>
          <p:cNvSpPr>
            <a:spLocks noGrp="1" noChangeArrowheads="1"/>
          </p:cNvSpPr>
          <p:nvPr>
            <p:ph type="sldNum" sz="quarter" idx="12"/>
          </p:nvPr>
        </p:nvSpPr>
        <p:spPr>
          <a:ln/>
        </p:spPr>
        <p:txBody>
          <a:bodyPr/>
          <a:lstStyle>
            <a:lvl1pPr>
              <a:defRPr/>
            </a:lvl1pPr>
          </a:lstStyle>
          <a:p>
            <a:fld id="{B16CFF37-5A94-4F65-B5EE-7F2C9087EB01}" type="slidenum">
              <a:rPr lang="en-US" altLang="en-US"/>
              <a:pPr/>
              <a:t>‹#›</a:t>
            </a:fld>
            <a:endParaRPr lang="en-US" altLang="en-US"/>
          </a:p>
        </p:txBody>
      </p:sp>
    </p:spTree>
    <p:extLst>
      <p:ext uri="{BB962C8B-B14F-4D97-AF65-F5344CB8AC3E}">
        <p14:creationId xmlns:p14="http://schemas.microsoft.com/office/powerpoint/2010/main" val="2289995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bg object 16">
            <a:extLst>
              <a:ext uri="{FF2B5EF4-FFF2-40B4-BE49-F238E27FC236}">
                <a16:creationId xmlns:a16="http://schemas.microsoft.com/office/drawing/2014/main" id="{DD3FA588-4344-8437-463B-99529278672D}"/>
              </a:ext>
            </a:extLst>
          </p:cNvPr>
          <p:cNvSpPr>
            <a:spLocks/>
          </p:cNvSpPr>
          <p:nvPr/>
        </p:nvSpPr>
        <p:spPr bwMode="auto">
          <a:xfrm>
            <a:off x="0" y="4763"/>
            <a:ext cx="20104100" cy="11299825"/>
          </a:xfrm>
          <a:custGeom>
            <a:avLst/>
            <a:gdLst>
              <a:gd name="T0" fmla="*/ 20104099 w 20104100"/>
              <a:gd name="T1" fmla="*/ 0 h 11300460"/>
              <a:gd name="T2" fmla="*/ 0 w 20104100"/>
              <a:gd name="T3" fmla="*/ 0 h 11300460"/>
              <a:gd name="T4" fmla="*/ 0 w 20104100"/>
              <a:gd name="T5" fmla="*/ 11300127 h 11300460"/>
              <a:gd name="T6" fmla="*/ 20104099 w 20104100"/>
              <a:gd name="T7" fmla="*/ 11300127 h 11300460"/>
              <a:gd name="T8" fmla="*/ 20104099 w 20104100"/>
              <a:gd name="T9" fmla="*/ 0 h 11300460"/>
            </a:gdLst>
            <a:ahLst/>
            <a:cxnLst>
              <a:cxn ang="0">
                <a:pos x="T0" y="T1"/>
              </a:cxn>
              <a:cxn ang="0">
                <a:pos x="T2" y="T3"/>
              </a:cxn>
              <a:cxn ang="0">
                <a:pos x="T4" y="T5"/>
              </a:cxn>
              <a:cxn ang="0">
                <a:pos x="T6" y="T7"/>
              </a:cxn>
              <a:cxn ang="0">
                <a:pos x="T8" y="T9"/>
              </a:cxn>
            </a:cxnLst>
            <a:rect l="0" t="0" r="r" b="b"/>
            <a:pathLst>
              <a:path w="20104100" h="11300460">
                <a:moveTo>
                  <a:pt x="20104099" y="0"/>
                </a:moveTo>
                <a:lnTo>
                  <a:pt x="0" y="0"/>
                </a:lnTo>
                <a:lnTo>
                  <a:pt x="0" y="11300127"/>
                </a:lnTo>
                <a:lnTo>
                  <a:pt x="20104099" y="11300127"/>
                </a:lnTo>
                <a:lnTo>
                  <a:pt x="20104099" y="0"/>
                </a:lnTo>
                <a:close/>
              </a:path>
            </a:pathLst>
          </a:custGeom>
          <a:solidFill>
            <a:srgbClr val="F0EEEE"/>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3" name="bg object 17">
            <a:extLst>
              <a:ext uri="{FF2B5EF4-FFF2-40B4-BE49-F238E27FC236}">
                <a16:creationId xmlns:a16="http://schemas.microsoft.com/office/drawing/2014/main" id="{C9B8C477-22FD-B878-0A36-43EB4F7F905B}"/>
              </a:ext>
            </a:extLst>
          </p:cNvPr>
          <p:cNvSpPr>
            <a:spLocks/>
          </p:cNvSpPr>
          <p:nvPr/>
        </p:nvSpPr>
        <p:spPr bwMode="auto">
          <a:xfrm>
            <a:off x="9945688" y="5341938"/>
            <a:ext cx="546100" cy="546100"/>
          </a:xfrm>
          <a:custGeom>
            <a:avLst/>
            <a:gdLst>
              <a:gd name="T0" fmla="*/ 545773 w 546100"/>
              <a:gd name="T1" fmla="*/ 0 h 546100"/>
              <a:gd name="T2" fmla="*/ 413024 w 546100"/>
              <a:gd name="T3" fmla="*/ 0 h 546100"/>
              <a:gd name="T4" fmla="*/ 273562 w 546100"/>
              <a:gd name="T5" fmla="*/ 407662 h 546100"/>
              <a:gd name="T6" fmla="*/ 138121 w 546100"/>
              <a:gd name="T7" fmla="*/ 0 h 546100"/>
              <a:gd name="T8" fmla="*/ 1340 w 546100"/>
              <a:gd name="T9" fmla="*/ 0 h 546100"/>
              <a:gd name="T10" fmla="*/ 0 w 546100"/>
              <a:gd name="T11" fmla="*/ 0 h 546100"/>
              <a:gd name="T12" fmla="*/ 0 w 546100"/>
              <a:gd name="T13" fmla="*/ 545784 h 546100"/>
              <a:gd name="T14" fmla="*/ 101913 w 546100"/>
              <a:gd name="T15" fmla="*/ 545784 h 546100"/>
              <a:gd name="T16" fmla="*/ 101913 w 546100"/>
              <a:gd name="T17" fmla="*/ 182371 h 546100"/>
              <a:gd name="T18" fmla="*/ 227961 w 546100"/>
              <a:gd name="T19" fmla="*/ 545784 h 546100"/>
              <a:gd name="T20" fmla="*/ 316472 w 546100"/>
              <a:gd name="T21" fmla="*/ 545784 h 546100"/>
              <a:gd name="T22" fmla="*/ 441169 w 546100"/>
              <a:gd name="T23" fmla="*/ 182371 h 546100"/>
              <a:gd name="T24" fmla="*/ 441169 w 546100"/>
              <a:gd name="T25" fmla="*/ 545784 h 546100"/>
              <a:gd name="T26" fmla="*/ 545773 w 546100"/>
              <a:gd name="T27" fmla="*/ 545784 h 546100"/>
              <a:gd name="T28" fmla="*/ 545773 w 546100"/>
              <a:gd name="T29" fmla="*/ 0 h 546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6100" h="546100">
                <a:moveTo>
                  <a:pt x="545773" y="0"/>
                </a:moveTo>
                <a:lnTo>
                  <a:pt x="413024" y="0"/>
                </a:lnTo>
                <a:lnTo>
                  <a:pt x="273562" y="407662"/>
                </a:lnTo>
                <a:lnTo>
                  <a:pt x="138121" y="0"/>
                </a:lnTo>
                <a:lnTo>
                  <a:pt x="1340" y="0"/>
                </a:lnTo>
                <a:lnTo>
                  <a:pt x="0" y="0"/>
                </a:lnTo>
                <a:lnTo>
                  <a:pt x="0" y="545784"/>
                </a:lnTo>
                <a:lnTo>
                  <a:pt x="101913" y="545784"/>
                </a:lnTo>
                <a:lnTo>
                  <a:pt x="101913" y="182371"/>
                </a:lnTo>
                <a:lnTo>
                  <a:pt x="227961" y="545784"/>
                </a:lnTo>
                <a:lnTo>
                  <a:pt x="316472" y="545784"/>
                </a:lnTo>
                <a:lnTo>
                  <a:pt x="441169" y="182371"/>
                </a:lnTo>
                <a:lnTo>
                  <a:pt x="441169" y="545784"/>
                </a:lnTo>
                <a:lnTo>
                  <a:pt x="545773" y="545784"/>
                </a:lnTo>
                <a:lnTo>
                  <a:pt x="545773" y="0"/>
                </a:lnTo>
                <a:close/>
              </a:path>
            </a:pathLst>
          </a:custGeom>
          <a:solidFill>
            <a:srgbClr val="0F1D3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4" name="bg object 18">
            <a:extLst>
              <a:ext uri="{FF2B5EF4-FFF2-40B4-BE49-F238E27FC236}">
                <a16:creationId xmlns:a16="http://schemas.microsoft.com/office/drawing/2014/main" id="{7E782EC9-0840-A2BC-F2AD-E15D7342C6DF}"/>
              </a:ext>
            </a:extLst>
          </p:cNvPr>
          <p:cNvSpPr>
            <a:spLocks/>
          </p:cNvSpPr>
          <p:nvPr/>
        </p:nvSpPr>
        <p:spPr bwMode="auto">
          <a:xfrm>
            <a:off x="10833100" y="5341938"/>
            <a:ext cx="388938" cy="544512"/>
          </a:xfrm>
          <a:custGeom>
            <a:avLst/>
            <a:gdLst>
              <a:gd name="T0" fmla="*/ 372815 w 389254"/>
              <a:gd name="T1" fmla="*/ 0 h 544829"/>
              <a:gd name="T2" fmla="*/ 0 w 389254"/>
              <a:gd name="T3" fmla="*/ 0 h 544829"/>
              <a:gd name="T4" fmla="*/ 0 w 389254"/>
              <a:gd name="T5" fmla="*/ 544444 h 544829"/>
              <a:gd name="T6" fmla="*/ 376836 w 389254"/>
              <a:gd name="T7" fmla="*/ 544444 h 544829"/>
              <a:gd name="T8" fmla="*/ 388888 w 389254"/>
              <a:gd name="T9" fmla="*/ 447892 h 544829"/>
              <a:gd name="T10" fmla="*/ 113996 w 389254"/>
              <a:gd name="T11" fmla="*/ 447892 h 544829"/>
              <a:gd name="T12" fmla="*/ 113996 w 389254"/>
              <a:gd name="T13" fmla="*/ 313791 h 544829"/>
              <a:gd name="T14" fmla="*/ 356701 w 389254"/>
              <a:gd name="T15" fmla="*/ 313791 h 544829"/>
              <a:gd name="T16" fmla="*/ 356701 w 389254"/>
              <a:gd name="T17" fmla="*/ 215899 h 544829"/>
              <a:gd name="T18" fmla="*/ 113996 w 389254"/>
              <a:gd name="T19" fmla="*/ 215899 h 544829"/>
              <a:gd name="T20" fmla="*/ 113996 w 389254"/>
              <a:gd name="T21" fmla="*/ 96552 h 544829"/>
              <a:gd name="T22" fmla="*/ 372815 w 389254"/>
              <a:gd name="T23" fmla="*/ 96552 h 544829"/>
              <a:gd name="T24" fmla="*/ 372815 w 389254"/>
              <a:gd name="T25" fmla="*/ 0 h 544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9254" h="544829">
                <a:moveTo>
                  <a:pt x="372815" y="0"/>
                </a:moveTo>
                <a:lnTo>
                  <a:pt x="0" y="0"/>
                </a:lnTo>
                <a:lnTo>
                  <a:pt x="0" y="544444"/>
                </a:lnTo>
                <a:lnTo>
                  <a:pt x="376836" y="544444"/>
                </a:lnTo>
                <a:lnTo>
                  <a:pt x="388888" y="447892"/>
                </a:lnTo>
                <a:lnTo>
                  <a:pt x="113996" y="447892"/>
                </a:lnTo>
                <a:lnTo>
                  <a:pt x="113996" y="313791"/>
                </a:lnTo>
                <a:lnTo>
                  <a:pt x="356701" y="313791"/>
                </a:lnTo>
                <a:lnTo>
                  <a:pt x="356701" y="215899"/>
                </a:lnTo>
                <a:lnTo>
                  <a:pt x="113996" y="215899"/>
                </a:lnTo>
                <a:lnTo>
                  <a:pt x="113996" y="96552"/>
                </a:lnTo>
                <a:lnTo>
                  <a:pt x="372815" y="96552"/>
                </a:lnTo>
                <a:lnTo>
                  <a:pt x="372815" y="0"/>
                </a:lnTo>
                <a:close/>
              </a:path>
            </a:pathLst>
          </a:custGeom>
          <a:solidFill>
            <a:srgbClr val="0F1D3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bg object 19">
            <a:extLst>
              <a:ext uri="{FF2B5EF4-FFF2-40B4-BE49-F238E27FC236}">
                <a16:creationId xmlns:a16="http://schemas.microsoft.com/office/drawing/2014/main" id="{81A50F55-F295-A8D5-5E3E-3BA13C2455E7}"/>
              </a:ext>
            </a:extLst>
          </p:cNvPr>
          <p:cNvSpPr>
            <a:spLocks/>
          </p:cNvSpPr>
          <p:nvPr/>
        </p:nvSpPr>
        <p:spPr bwMode="auto">
          <a:xfrm>
            <a:off x="11514138" y="5341938"/>
            <a:ext cx="441325" cy="558800"/>
          </a:xfrm>
          <a:custGeom>
            <a:avLst/>
            <a:gdLst>
              <a:gd name="T0" fmla="*/ 441180 w 441325"/>
              <a:gd name="T1" fmla="*/ 0 h 558164"/>
              <a:gd name="T2" fmla="*/ 327215 w 441325"/>
              <a:gd name="T3" fmla="*/ 0 h 558164"/>
              <a:gd name="T4" fmla="*/ 327215 w 441325"/>
              <a:gd name="T5" fmla="*/ 324524 h 558164"/>
              <a:gd name="T6" fmla="*/ 325702 w 441325"/>
              <a:gd name="T7" fmla="*/ 357250 h 558164"/>
              <a:gd name="T8" fmla="*/ 313618 w 441325"/>
              <a:gd name="T9" fmla="*/ 408627 h 558164"/>
              <a:gd name="T10" fmla="*/ 288772 w 441325"/>
              <a:gd name="T11" fmla="*/ 442631 h 558164"/>
              <a:gd name="T12" fmla="*/ 247615 w 441325"/>
              <a:gd name="T13" fmla="*/ 459263 h 558164"/>
              <a:gd name="T14" fmla="*/ 221249 w 441325"/>
              <a:gd name="T15" fmla="*/ 461294 h 558164"/>
              <a:gd name="T16" fmla="*/ 194900 w 441325"/>
              <a:gd name="T17" fmla="*/ 459263 h 558164"/>
              <a:gd name="T18" fmla="*/ 153753 w 441325"/>
              <a:gd name="T19" fmla="*/ 442631 h 558164"/>
              <a:gd name="T20" fmla="*/ 128899 w 441325"/>
              <a:gd name="T21" fmla="*/ 408627 h 558164"/>
              <a:gd name="T22" fmla="*/ 116824 w 441325"/>
              <a:gd name="T23" fmla="*/ 357250 h 558164"/>
              <a:gd name="T24" fmla="*/ 115315 w 441325"/>
              <a:gd name="T25" fmla="*/ 324524 h 558164"/>
              <a:gd name="T26" fmla="*/ 115315 w 441325"/>
              <a:gd name="T27" fmla="*/ 0 h 558164"/>
              <a:gd name="T28" fmla="*/ 1350 w 441325"/>
              <a:gd name="T29" fmla="*/ 0 h 558164"/>
              <a:gd name="T30" fmla="*/ 0 w 441325"/>
              <a:gd name="T31" fmla="*/ 0 h 558164"/>
              <a:gd name="T32" fmla="*/ 0 w 441325"/>
              <a:gd name="T33" fmla="*/ 320492 h 558164"/>
              <a:gd name="T34" fmla="*/ 3859 w 441325"/>
              <a:gd name="T35" fmla="*/ 378658 h 558164"/>
              <a:gd name="T36" fmla="*/ 14763 w 441325"/>
              <a:gd name="T37" fmla="*/ 427777 h 558164"/>
              <a:gd name="T38" fmla="*/ 32687 w 441325"/>
              <a:gd name="T39" fmla="*/ 468168 h 558164"/>
              <a:gd name="T40" fmla="*/ 57663 w 441325"/>
              <a:gd name="T41" fmla="*/ 501523 h 558164"/>
              <a:gd name="T42" fmla="*/ 89505 w 441325"/>
              <a:gd name="T43" fmla="*/ 527004 h 558164"/>
              <a:gd name="T44" fmla="*/ 127378 w 441325"/>
              <a:gd name="T45" fmla="*/ 544444 h 558164"/>
              <a:gd name="T46" fmla="*/ 170638 w 441325"/>
              <a:gd name="T47" fmla="*/ 554663 h 558164"/>
              <a:gd name="T48" fmla="*/ 219930 w 441325"/>
              <a:gd name="T49" fmla="*/ 557846 h 558164"/>
              <a:gd name="T50" fmla="*/ 245321 w 441325"/>
              <a:gd name="T51" fmla="*/ 557072 h 558164"/>
              <a:gd name="T52" fmla="*/ 291583 w 441325"/>
              <a:gd name="T53" fmla="*/ 550496 h 558164"/>
              <a:gd name="T54" fmla="*/ 332401 w 441325"/>
              <a:gd name="T55" fmla="*/ 537190 h 558164"/>
              <a:gd name="T56" fmla="*/ 366757 w 441325"/>
              <a:gd name="T57" fmla="*/ 516153 h 558164"/>
              <a:gd name="T58" fmla="*/ 396070 w 441325"/>
              <a:gd name="T59" fmla="*/ 487788 h 558164"/>
              <a:gd name="T60" fmla="*/ 417819 w 441325"/>
              <a:gd name="T61" fmla="*/ 451581 h 558164"/>
              <a:gd name="T62" fmla="*/ 432685 w 441325"/>
              <a:gd name="T63" fmla="*/ 407307 h 558164"/>
              <a:gd name="T64" fmla="*/ 440194 w 441325"/>
              <a:gd name="T65" fmla="*/ 354465 h 558164"/>
              <a:gd name="T66" fmla="*/ 441180 w 441325"/>
              <a:gd name="T67" fmla="*/ 324524 h 558164"/>
              <a:gd name="T68" fmla="*/ 441180 w 441325"/>
              <a:gd name="T69" fmla="*/ 0 h 558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1325" h="558164">
                <a:moveTo>
                  <a:pt x="441180" y="0"/>
                </a:moveTo>
                <a:lnTo>
                  <a:pt x="327215" y="0"/>
                </a:lnTo>
                <a:lnTo>
                  <a:pt x="327215" y="324524"/>
                </a:lnTo>
                <a:lnTo>
                  <a:pt x="325702" y="357250"/>
                </a:lnTo>
                <a:lnTo>
                  <a:pt x="313618" y="408627"/>
                </a:lnTo>
                <a:lnTo>
                  <a:pt x="288772" y="442631"/>
                </a:lnTo>
                <a:lnTo>
                  <a:pt x="247615" y="459263"/>
                </a:lnTo>
                <a:lnTo>
                  <a:pt x="221249" y="461294"/>
                </a:lnTo>
                <a:lnTo>
                  <a:pt x="194900" y="459263"/>
                </a:lnTo>
                <a:lnTo>
                  <a:pt x="153753" y="442631"/>
                </a:lnTo>
                <a:lnTo>
                  <a:pt x="128899" y="408627"/>
                </a:lnTo>
                <a:lnTo>
                  <a:pt x="116824" y="357250"/>
                </a:lnTo>
                <a:lnTo>
                  <a:pt x="115315" y="324524"/>
                </a:lnTo>
                <a:lnTo>
                  <a:pt x="115315" y="0"/>
                </a:lnTo>
                <a:lnTo>
                  <a:pt x="1350" y="0"/>
                </a:lnTo>
                <a:lnTo>
                  <a:pt x="0" y="0"/>
                </a:lnTo>
                <a:lnTo>
                  <a:pt x="0" y="320492"/>
                </a:lnTo>
                <a:lnTo>
                  <a:pt x="3859" y="378658"/>
                </a:lnTo>
                <a:lnTo>
                  <a:pt x="14763" y="427777"/>
                </a:lnTo>
                <a:lnTo>
                  <a:pt x="32687" y="468168"/>
                </a:lnTo>
                <a:lnTo>
                  <a:pt x="57663" y="501523"/>
                </a:lnTo>
                <a:lnTo>
                  <a:pt x="89505" y="527004"/>
                </a:lnTo>
                <a:lnTo>
                  <a:pt x="127378" y="544444"/>
                </a:lnTo>
                <a:lnTo>
                  <a:pt x="170638" y="554663"/>
                </a:lnTo>
                <a:lnTo>
                  <a:pt x="219930" y="557846"/>
                </a:lnTo>
                <a:lnTo>
                  <a:pt x="245321" y="557072"/>
                </a:lnTo>
                <a:lnTo>
                  <a:pt x="291583" y="550496"/>
                </a:lnTo>
                <a:lnTo>
                  <a:pt x="332401" y="537190"/>
                </a:lnTo>
                <a:lnTo>
                  <a:pt x="366757" y="516153"/>
                </a:lnTo>
                <a:lnTo>
                  <a:pt x="396070" y="487788"/>
                </a:lnTo>
                <a:lnTo>
                  <a:pt x="417819" y="451581"/>
                </a:lnTo>
                <a:lnTo>
                  <a:pt x="432685" y="407307"/>
                </a:lnTo>
                <a:lnTo>
                  <a:pt x="440194" y="354465"/>
                </a:lnTo>
                <a:lnTo>
                  <a:pt x="441180" y="324524"/>
                </a:lnTo>
                <a:lnTo>
                  <a:pt x="441180" y="0"/>
                </a:lnTo>
                <a:close/>
              </a:path>
            </a:pathLst>
          </a:custGeom>
          <a:solidFill>
            <a:srgbClr val="0F1D3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6" name="bg object 20">
            <a:extLst>
              <a:ext uri="{FF2B5EF4-FFF2-40B4-BE49-F238E27FC236}">
                <a16:creationId xmlns:a16="http://schemas.microsoft.com/office/drawing/2014/main" id="{F52DCE4F-8A10-BA90-ED96-362A4283AF77}"/>
              </a:ext>
            </a:extLst>
          </p:cNvPr>
          <p:cNvSpPr>
            <a:spLocks/>
          </p:cNvSpPr>
          <p:nvPr/>
        </p:nvSpPr>
        <p:spPr bwMode="auto">
          <a:xfrm>
            <a:off x="8140700" y="4533900"/>
            <a:ext cx="493713" cy="619125"/>
          </a:xfrm>
          <a:custGeom>
            <a:avLst/>
            <a:gdLst>
              <a:gd name="T0" fmla="*/ 218579 w 494029"/>
              <a:gd name="T1" fmla="*/ 0 h 619760"/>
              <a:gd name="T2" fmla="*/ 0 w 494029"/>
              <a:gd name="T3" fmla="*/ 0 h 619760"/>
              <a:gd name="T4" fmla="*/ 0 w 494029"/>
              <a:gd name="T5" fmla="*/ 619530 h 619760"/>
              <a:gd name="T6" fmla="*/ 127388 w 494029"/>
              <a:gd name="T7" fmla="*/ 619530 h 619760"/>
              <a:gd name="T8" fmla="*/ 127388 w 494029"/>
              <a:gd name="T9" fmla="*/ 386197 h 619760"/>
              <a:gd name="T10" fmla="*/ 381569 w 494029"/>
              <a:gd name="T11" fmla="*/ 386197 h 619760"/>
              <a:gd name="T12" fmla="*/ 367423 w 494029"/>
              <a:gd name="T13" fmla="*/ 356701 h 619760"/>
              <a:gd name="T14" fmla="*/ 390808 w 494029"/>
              <a:gd name="T15" fmla="*/ 341866 h 619760"/>
              <a:gd name="T16" fmla="*/ 410672 w 494029"/>
              <a:gd name="T17" fmla="*/ 325522 h 619760"/>
              <a:gd name="T18" fmla="*/ 427015 w 494029"/>
              <a:gd name="T19" fmla="*/ 307669 h 619760"/>
              <a:gd name="T20" fmla="*/ 439840 w 494029"/>
              <a:gd name="T21" fmla="*/ 288305 h 619760"/>
              <a:gd name="T22" fmla="*/ 444044 w 494029"/>
              <a:gd name="T23" fmla="*/ 278923 h 619760"/>
              <a:gd name="T24" fmla="*/ 126048 w 494029"/>
              <a:gd name="T25" fmla="*/ 278923 h 619760"/>
              <a:gd name="T26" fmla="*/ 126048 w 494029"/>
              <a:gd name="T27" fmla="*/ 104593 h 619760"/>
              <a:gd name="T28" fmla="*/ 443435 w 494029"/>
              <a:gd name="T29" fmla="*/ 104593 h 619760"/>
              <a:gd name="T30" fmla="*/ 435812 w 494029"/>
              <a:gd name="T31" fmla="*/ 90850 h 619760"/>
              <a:gd name="T32" fmla="*/ 398660 w 494029"/>
              <a:gd name="T33" fmla="*/ 48357 h 619760"/>
              <a:gd name="T34" fmla="*/ 361913 w 494029"/>
              <a:gd name="T35" fmla="*/ 26231 h 619760"/>
              <a:gd name="T36" fmla="*/ 313618 w 494029"/>
              <a:gd name="T37" fmla="*/ 9616 h 619760"/>
              <a:gd name="T38" fmla="*/ 253275 w 494029"/>
              <a:gd name="T39" fmla="*/ 1026 h 619760"/>
              <a:gd name="T40" fmla="*/ 218579 w 494029"/>
              <a:gd name="T41" fmla="*/ 0 h 619760"/>
              <a:gd name="T42" fmla="*/ 381569 w 494029"/>
              <a:gd name="T43" fmla="*/ 386197 h 619760"/>
              <a:gd name="T44" fmla="*/ 249416 w 494029"/>
              <a:gd name="T45" fmla="*/ 386197 h 619760"/>
              <a:gd name="T46" fmla="*/ 354010 w 494029"/>
              <a:gd name="T47" fmla="*/ 619530 h 619760"/>
              <a:gd name="T48" fmla="*/ 493471 w 494029"/>
              <a:gd name="T49" fmla="*/ 619530 h 619760"/>
              <a:gd name="T50" fmla="*/ 381569 w 494029"/>
              <a:gd name="T51" fmla="*/ 386197 h 619760"/>
              <a:gd name="T52" fmla="*/ 443435 w 494029"/>
              <a:gd name="T53" fmla="*/ 104593 h 619760"/>
              <a:gd name="T54" fmla="*/ 215888 w 494029"/>
              <a:gd name="T55" fmla="*/ 104593 h 619760"/>
              <a:gd name="T56" fmla="*/ 232237 w 494029"/>
              <a:gd name="T57" fmla="*/ 105075 h 619760"/>
              <a:gd name="T58" fmla="*/ 247073 w 494029"/>
              <a:gd name="T59" fmla="*/ 106436 h 619760"/>
              <a:gd name="T60" fmla="*/ 292158 w 494029"/>
              <a:gd name="T61" fmla="*/ 119680 h 619760"/>
              <a:gd name="T62" fmla="*/ 321224 w 494029"/>
              <a:gd name="T63" fmla="*/ 149308 h 619760"/>
              <a:gd name="T64" fmla="*/ 329874 w 494029"/>
              <a:gd name="T65" fmla="*/ 189072 h 619760"/>
              <a:gd name="T66" fmla="*/ 329623 w 494029"/>
              <a:gd name="T67" fmla="*/ 198881 h 619760"/>
              <a:gd name="T68" fmla="*/ 319817 w 494029"/>
              <a:gd name="T69" fmla="*/ 240369 h 619760"/>
              <a:gd name="T70" fmla="*/ 287129 w 494029"/>
              <a:gd name="T71" fmla="*/ 268718 h 619760"/>
              <a:gd name="T72" fmla="*/ 241183 w 494029"/>
              <a:gd name="T73" fmla="*/ 278441 h 619760"/>
              <a:gd name="T74" fmla="*/ 226621 w 494029"/>
              <a:gd name="T75" fmla="*/ 278923 h 619760"/>
              <a:gd name="T76" fmla="*/ 444044 w 494029"/>
              <a:gd name="T77" fmla="*/ 278923 h 619760"/>
              <a:gd name="T78" fmla="*/ 449416 w 494029"/>
              <a:gd name="T79" fmla="*/ 266935 h 619760"/>
              <a:gd name="T80" fmla="*/ 456099 w 494029"/>
              <a:gd name="T81" fmla="*/ 243048 h 619760"/>
              <a:gd name="T82" fmla="*/ 460017 w 494029"/>
              <a:gd name="T83" fmla="*/ 216647 h 619760"/>
              <a:gd name="T84" fmla="*/ 461294 w 494029"/>
              <a:gd name="T85" fmla="*/ 187732 h 619760"/>
              <a:gd name="T86" fmla="*/ 460561 w 494029"/>
              <a:gd name="T87" fmla="*/ 171620 h 619760"/>
              <a:gd name="T88" fmla="*/ 458445 w 494029"/>
              <a:gd name="T89" fmla="*/ 155382 h 619760"/>
              <a:gd name="T90" fmla="*/ 455070 w 494029"/>
              <a:gd name="T91" fmla="*/ 138893 h 619760"/>
              <a:gd name="T92" fmla="*/ 450562 w 494029"/>
              <a:gd name="T93" fmla="*/ 122027 h 619760"/>
              <a:gd name="T94" fmla="*/ 444319 w 494029"/>
              <a:gd name="T95" fmla="*/ 106187 h 619760"/>
              <a:gd name="T96" fmla="*/ 443435 w 494029"/>
              <a:gd name="T97" fmla="*/ 104593 h 619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94029" h="619760">
                <a:moveTo>
                  <a:pt x="218579" y="0"/>
                </a:moveTo>
                <a:lnTo>
                  <a:pt x="0" y="0"/>
                </a:lnTo>
                <a:lnTo>
                  <a:pt x="0" y="619530"/>
                </a:lnTo>
                <a:lnTo>
                  <a:pt x="127388" y="619530"/>
                </a:lnTo>
                <a:lnTo>
                  <a:pt x="127388" y="386197"/>
                </a:lnTo>
                <a:lnTo>
                  <a:pt x="381569" y="386197"/>
                </a:lnTo>
                <a:lnTo>
                  <a:pt x="367423" y="356701"/>
                </a:lnTo>
                <a:lnTo>
                  <a:pt x="390808" y="341866"/>
                </a:lnTo>
                <a:lnTo>
                  <a:pt x="410672" y="325522"/>
                </a:lnTo>
                <a:lnTo>
                  <a:pt x="427015" y="307669"/>
                </a:lnTo>
                <a:lnTo>
                  <a:pt x="439840" y="288305"/>
                </a:lnTo>
                <a:lnTo>
                  <a:pt x="444044" y="278923"/>
                </a:lnTo>
                <a:lnTo>
                  <a:pt x="126048" y="278923"/>
                </a:lnTo>
                <a:lnTo>
                  <a:pt x="126048" y="104593"/>
                </a:lnTo>
                <a:lnTo>
                  <a:pt x="443435" y="104593"/>
                </a:lnTo>
                <a:lnTo>
                  <a:pt x="435812" y="90850"/>
                </a:lnTo>
                <a:lnTo>
                  <a:pt x="398660" y="48357"/>
                </a:lnTo>
                <a:lnTo>
                  <a:pt x="361913" y="26231"/>
                </a:lnTo>
                <a:lnTo>
                  <a:pt x="313618" y="9616"/>
                </a:lnTo>
                <a:lnTo>
                  <a:pt x="253275" y="1026"/>
                </a:lnTo>
                <a:lnTo>
                  <a:pt x="218579" y="0"/>
                </a:lnTo>
                <a:close/>
              </a:path>
              <a:path w="494029" h="619760">
                <a:moveTo>
                  <a:pt x="381569" y="386197"/>
                </a:moveTo>
                <a:lnTo>
                  <a:pt x="249416" y="386197"/>
                </a:lnTo>
                <a:lnTo>
                  <a:pt x="354010" y="619530"/>
                </a:lnTo>
                <a:lnTo>
                  <a:pt x="493471" y="619530"/>
                </a:lnTo>
                <a:lnTo>
                  <a:pt x="381569" y="386197"/>
                </a:lnTo>
                <a:close/>
              </a:path>
              <a:path w="494029" h="619760">
                <a:moveTo>
                  <a:pt x="443435" y="104593"/>
                </a:moveTo>
                <a:lnTo>
                  <a:pt x="215888" y="104593"/>
                </a:lnTo>
                <a:lnTo>
                  <a:pt x="232237" y="105075"/>
                </a:lnTo>
                <a:lnTo>
                  <a:pt x="247073" y="106436"/>
                </a:lnTo>
                <a:lnTo>
                  <a:pt x="292158" y="119680"/>
                </a:lnTo>
                <a:lnTo>
                  <a:pt x="321224" y="149308"/>
                </a:lnTo>
                <a:lnTo>
                  <a:pt x="329874" y="189072"/>
                </a:lnTo>
                <a:lnTo>
                  <a:pt x="329623" y="198881"/>
                </a:lnTo>
                <a:lnTo>
                  <a:pt x="319817" y="240369"/>
                </a:lnTo>
                <a:lnTo>
                  <a:pt x="287129" y="268718"/>
                </a:lnTo>
                <a:lnTo>
                  <a:pt x="241183" y="278441"/>
                </a:lnTo>
                <a:lnTo>
                  <a:pt x="226621" y="278923"/>
                </a:lnTo>
                <a:lnTo>
                  <a:pt x="444044" y="278923"/>
                </a:lnTo>
                <a:lnTo>
                  <a:pt x="449416" y="266935"/>
                </a:lnTo>
                <a:lnTo>
                  <a:pt x="456099" y="243048"/>
                </a:lnTo>
                <a:lnTo>
                  <a:pt x="460017" y="216647"/>
                </a:lnTo>
                <a:lnTo>
                  <a:pt x="461294" y="187732"/>
                </a:lnTo>
                <a:lnTo>
                  <a:pt x="460561" y="171620"/>
                </a:lnTo>
                <a:lnTo>
                  <a:pt x="458445" y="155382"/>
                </a:lnTo>
                <a:lnTo>
                  <a:pt x="455070" y="138893"/>
                </a:lnTo>
                <a:lnTo>
                  <a:pt x="450562" y="122027"/>
                </a:lnTo>
                <a:lnTo>
                  <a:pt x="444319" y="106187"/>
                </a:lnTo>
                <a:lnTo>
                  <a:pt x="443435" y="104593"/>
                </a:lnTo>
                <a:close/>
              </a:path>
            </a:pathLst>
          </a:custGeom>
          <a:solidFill>
            <a:srgbClr val="0F1D3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7" name="bg object 21">
            <a:extLst>
              <a:ext uri="{FF2B5EF4-FFF2-40B4-BE49-F238E27FC236}">
                <a16:creationId xmlns:a16="http://schemas.microsoft.com/office/drawing/2014/main" id="{EDEBD30F-F183-AB74-61C6-1F7D0345DFD5}"/>
              </a:ext>
            </a:extLst>
          </p:cNvPr>
          <p:cNvSpPr>
            <a:spLocks/>
          </p:cNvSpPr>
          <p:nvPr/>
        </p:nvSpPr>
        <p:spPr bwMode="auto">
          <a:xfrm>
            <a:off x="8939213" y="4518025"/>
            <a:ext cx="590550" cy="652463"/>
          </a:xfrm>
          <a:custGeom>
            <a:avLst/>
            <a:gdLst>
              <a:gd name="T0" fmla="*/ 231155 w 591820"/>
              <a:gd name="T1" fmla="*/ 5865 h 652145"/>
              <a:gd name="T2" fmla="*/ 121526 w 591820"/>
              <a:gd name="T3" fmla="*/ 51124 h 652145"/>
              <a:gd name="T4" fmla="*/ 45092 w 591820"/>
              <a:gd name="T5" fmla="*/ 134933 h 652145"/>
              <a:gd name="T6" fmla="*/ 5027 w 591820"/>
              <a:gd name="T7" fmla="*/ 254112 h 652145"/>
              <a:gd name="T8" fmla="*/ 1256 w 591820"/>
              <a:gd name="T9" fmla="*/ 362858 h 652145"/>
              <a:gd name="T10" fmla="*/ 31410 w 591820"/>
              <a:gd name="T11" fmla="*/ 489665 h 652145"/>
              <a:gd name="T12" fmla="*/ 99231 w 591820"/>
              <a:gd name="T13" fmla="*/ 583844 h 652145"/>
              <a:gd name="T14" fmla="*/ 200376 w 591820"/>
              <a:gd name="T15" fmla="*/ 638700 h 652145"/>
              <a:gd name="T16" fmla="*/ 296357 w 591820"/>
              <a:gd name="T17" fmla="*/ 651718 h 652145"/>
              <a:gd name="T18" fmla="*/ 392904 w 591820"/>
              <a:gd name="T19" fmla="*/ 638700 h 652145"/>
              <a:gd name="T20" fmla="*/ 493483 w 591820"/>
              <a:gd name="T21" fmla="*/ 583089 h 652145"/>
              <a:gd name="T22" fmla="*/ 531882 w 591820"/>
              <a:gd name="T23" fmla="*/ 540412 h 652145"/>
              <a:gd name="T24" fmla="*/ 256525 w 591820"/>
              <a:gd name="T25" fmla="*/ 536913 h 652145"/>
              <a:gd name="T26" fmla="*/ 155386 w 591820"/>
              <a:gd name="T27" fmla="*/ 454272 h 652145"/>
              <a:gd name="T28" fmla="*/ 135273 w 591820"/>
              <a:gd name="T29" fmla="*/ 374357 h 652145"/>
              <a:gd name="T30" fmla="*/ 135273 w 591820"/>
              <a:gd name="T31" fmla="*/ 277559 h 652145"/>
              <a:gd name="T32" fmla="*/ 155386 w 591820"/>
              <a:gd name="T33" fmla="*/ 198566 h 652145"/>
              <a:gd name="T34" fmla="*/ 256525 w 591820"/>
              <a:gd name="T35" fmla="*/ 114815 h 652145"/>
              <a:gd name="T36" fmla="*/ 531755 w 591820"/>
              <a:gd name="T37" fmla="*/ 111295 h 652145"/>
              <a:gd name="T38" fmla="*/ 493483 w 591820"/>
              <a:gd name="T39" fmla="*/ 67864 h 652145"/>
              <a:gd name="T40" fmla="*/ 392338 w 591820"/>
              <a:gd name="T41" fmla="*/ 13009 h 652145"/>
              <a:gd name="T42" fmla="*/ 296357 w 591820"/>
              <a:gd name="T43" fmla="*/ 0 h 652145"/>
              <a:gd name="T44" fmla="*/ 295017 w 591820"/>
              <a:gd name="T45" fmla="*/ 111295 h 652145"/>
              <a:gd name="T46" fmla="*/ 366593 w 591820"/>
              <a:gd name="T47" fmla="*/ 125375 h 652145"/>
              <a:gd name="T48" fmla="*/ 447215 w 591820"/>
              <a:gd name="T49" fmla="*/ 235172 h 652145"/>
              <a:gd name="T50" fmla="*/ 457274 w 591820"/>
              <a:gd name="T51" fmla="*/ 325853 h 652145"/>
              <a:gd name="T52" fmla="*/ 447215 w 591820"/>
              <a:gd name="T53" fmla="*/ 417712 h 652145"/>
              <a:gd name="T54" fmla="*/ 394397 w 591820"/>
              <a:gd name="T55" fmla="*/ 509296 h 652145"/>
              <a:gd name="T56" fmla="*/ 295017 w 591820"/>
              <a:gd name="T57" fmla="*/ 540412 h 652145"/>
              <a:gd name="T58" fmla="*/ 560174 w 591820"/>
              <a:gd name="T59" fmla="*/ 490230 h 652145"/>
              <a:gd name="T60" fmla="*/ 590117 w 591820"/>
              <a:gd name="T61" fmla="*/ 362858 h 652145"/>
              <a:gd name="T62" fmla="*/ 590117 w 591820"/>
              <a:gd name="T63" fmla="*/ 289418 h 652145"/>
              <a:gd name="T64" fmla="*/ 560174 w 591820"/>
              <a:gd name="T65" fmla="*/ 162043 h 652145"/>
              <a:gd name="T66" fmla="*/ 531755 w 591820"/>
              <a:gd name="T67" fmla="*/ 111295 h 652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91820" h="652145">
                <a:moveTo>
                  <a:pt x="296357" y="0"/>
                </a:moveTo>
                <a:lnTo>
                  <a:pt x="231155" y="5865"/>
                </a:lnTo>
                <a:lnTo>
                  <a:pt x="172989" y="22795"/>
                </a:lnTo>
                <a:lnTo>
                  <a:pt x="121526" y="51124"/>
                </a:lnTo>
                <a:lnTo>
                  <a:pt x="79118" y="88499"/>
                </a:lnTo>
                <a:lnTo>
                  <a:pt x="45092" y="134933"/>
                </a:lnTo>
                <a:lnTo>
                  <a:pt x="20114" y="190413"/>
                </a:lnTo>
                <a:lnTo>
                  <a:pt x="5027" y="254112"/>
                </a:lnTo>
                <a:lnTo>
                  <a:pt x="0" y="325853"/>
                </a:lnTo>
                <a:lnTo>
                  <a:pt x="1256" y="362858"/>
                </a:lnTo>
                <a:lnTo>
                  <a:pt x="11312" y="430327"/>
                </a:lnTo>
                <a:lnTo>
                  <a:pt x="31410" y="489665"/>
                </a:lnTo>
                <a:lnTo>
                  <a:pt x="61037" y="540874"/>
                </a:lnTo>
                <a:lnTo>
                  <a:pt x="99231" y="583844"/>
                </a:lnTo>
                <a:lnTo>
                  <a:pt x="145498" y="616574"/>
                </a:lnTo>
                <a:lnTo>
                  <a:pt x="200376" y="638700"/>
                </a:lnTo>
                <a:lnTo>
                  <a:pt x="262353" y="650229"/>
                </a:lnTo>
                <a:lnTo>
                  <a:pt x="296357" y="651718"/>
                </a:lnTo>
                <a:lnTo>
                  <a:pt x="330550" y="650229"/>
                </a:lnTo>
                <a:lnTo>
                  <a:pt x="392904" y="638700"/>
                </a:lnTo>
                <a:lnTo>
                  <a:pt x="447216" y="615816"/>
                </a:lnTo>
                <a:lnTo>
                  <a:pt x="493483" y="583089"/>
                </a:lnTo>
                <a:lnTo>
                  <a:pt x="531468" y="541062"/>
                </a:lnTo>
                <a:lnTo>
                  <a:pt x="531882" y="540412"/>
                </a:lnTo>
                <a:lnTo>
                  <a:pt x="295017" y="540412"/>
                </a:lnTo>
                <a:lnTo>
                  <a:pt x="256525" y="536913"/>
                </a:lnTo>
                <a:lnTo>
                  <a:pt x="195637" y="509296"/>
                </a:lnTo>
                <a:lnTo>
                  <a:pt x="155386" y="454272"/>
                </a:lnTo>
                <a:lnTo>
                  <a:pt x="142815" y="417205"/>
                </a:lnTo>
                <a:lnTo>
                  <a:pt x="135273" y="374357"/>
                </a:lnTo>
                <a:lnTo>
                  <a:pt x="132760" y="325853"/>
                </a:lnTo>
                <a:lnTo>
                  <a:pt x="135273" y="277559"/>
                </a:lnTo>
                <a:lnTo>
                  <a:pt x="142815" y="235172"/>
                </a:lnTo>
                <a:lnTo>
                  <a:pt x="155386" y="198566"/>
                </a:lnTo>
                <a:lnTo>
                  <a:pt x="195637" y="142976"/>
                </a:lnTo>
                <a:lnTo>
                  <a:pt x="256525" y="114815"/>
                </a:lnTo>
                <a:lnTo>
                  <a:pt x="295017" y="111295"/>
                </a:lnTo>
                <a:lnTo>
                  <a:pt x="531755" y="111295"/>
                </a:lnTo>
                <a:lnTo>
                  <a:pt x="531468" y="110837"/>
                </a:lnTo>
                <a:lnTo>
                  <a:pt x="493483" y="67864"/>
                </a:lnTo>
                <a:lnTo>
                  <a:pt x="447216" y="35137"/>
                </a:lnTo>
                <a:lnTo>
                  <a:pt x="392338" y="13009"/>
                </a:lnTo>
                <a:lnTo>
                  <a:pt x="330361" y="1487"/>
                </a:lnTo>
                <a:lnTo>
                  <a:pt x="296357" y="0"/>
                </a:lnTo>
                <a:close/>
              </a:path>
              <a:path w="591820" h="652145">
                <a:moveTo>
                  <a:pt x="531755" y="111295"/>
                </a:moveTo>
                <a:lnTo>
                  <a:pt x="295017" y="111295"/>
                </a:lnTo>
                <a:lnTo>
                  <a:pt x="333508" y="114815"/>
                </a:lnTo>
                <a:lnTo>
                  <a:pt x="366593" y="125375"/>
                </a:lnTo>
                <a:lnTo>
                  <a:pt x="417044" y="167617"/>
                </a:lnTo>
                <a:lnTo>
                  <a:pt x="447215" y="235172"/>
                </a:lnTo>
                <a:lnTo>
                  <a:pt x="454759" y="277559"/>
                </a:lnTo>
                <a:lnTo>
                  <a:pt x="457274" y="325853"/>
                </a:lnTo>
                <a:lnTo>
                  <a:pt x="454759" y="374927"/>
                </a:lnTo>
                <a:lnTo>
                  <a:pt x="447215" y="417712"/>
                </a:lnTo>
                <a:lnTo>
                  <a:pt x="434643" y="454462"/>
                </a:lnTo>
                <a:lnTo>
                  <a:pt x="394397" y="509296"/>
                </a:lnTo>
                <a:lnTo>
                  <a:pt x="333508" y="536913"/>
                </a:lnTo>
                <a:lnTo>
                  <a:pt x="295017" y="540412"/>
                </a:lnTo>
                <a:lnTo>
                  <a:pt x="531882" y="540412"/>
                </a:lnTo>
                <a:lnTo>
                  <a:pt x="560174" y="490230"/>
                </a:lnTo>
                <a:lnTo>
                  <a:pt x="580061" y="430327"/>
                </a:lnTo>
                <a:lnTo>
                  <a:pt x="590117" y="362858"/>
                </a:lnTo>
                <a:lnTo>
                  <a:pt x="591374" y="325853"/>
                </a:lnTo>
                <a:lnTo>
                  <a:pt x="590117" y="289418"/>
                </a:lnTo>
                <a:lnTo>
                  <a:pt x="580061" y="221570"/>
                </a:lnTo>
                <a:lnTo>
                  <a:pt x="560174" y="162043"/>
                </a:lnTo>
                <a:lnTo>
                  <a:pt x="546951" y="135435"/>
                </a:lnTo>
                <a:lnTo>
                  <a:pt x="531755" y="111295"/>
                </a:lnTo>
                <a:close/>
              </a:path>
            </a:pathLst>
          </a:custGeom>
          <a:solidFill>
            <a:srgbClr val="0F1D3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8" name="bg object 22">
            <a:extLst>
              <a:ext uri="{FF2B5EF4-FFF2-40B4-BE49-F238E27FC236}">
                <a16:creationId xmlns:a16="http://schemas.microsoft.com/office/drawing/2014/main" id="{28144305-AC74-E7F0-299A-5E6A724FA279}"/>
              </a:ext>
            </a:extLst>
          </p:cNvPr>
          <p:cNvSpPr>
            <a:spLocks/>
          </p:cNvSpPr>
          <p:nvPr/>
        </p:nvSpPr>
        <p:spPr bwMode="auto">
          <a:xfrm>
            <a:off x="9945688" y="4797425"/>
            <a:ext cx="2009775" cy="95250"/>
          </a:xfrm>
          <a:custGeom>
            <a:avLst/>
            <a:gdLst>
              <a:gd name="T0" fmla="*/ 2010137 w 2010409"/>
              <a:gd name="T1" fmla="*/ 0 h 95250"/>
              <a:gd name="T2" fmla="*/ 0 w 2010409"/>
              <a:gd name="T3" fmla="*/ 0 h 95250"/>
              <a:gd name="T4" fmla="*/ 0 w 2010409"/>
              <a:gd name="T5" fmla="*/ 95211 h 95250"/>
              <a:gd name="T6" fmla="*/ 2010137 w 2010409"/>
              <a:gd name="T7" fmla="*/ 95211 h 95250"/>
              <a:gd name="T8" fmla="*/ 2010137 w 2010409"/>
              <a:gd name="T9" fmla="*/ 0 h 95250"/>
            </a:gdLst>
            <a:ahLst/>
            <a:cxnLst>
              <a:cxn ang="0">
                <a:pos x="T0" y="T1"/>
              </a:cxn>
              <a:cxn ang="0">
                <a:pos x="T2" y="T3"/>
              </a:cxn>
              <a:cxn ang="0">
                <a:pos x="T4" y="T5"/>
              </a:cxn>
              <a:cxn ang="0">
                <a:pos x="T6" y="T7"/>
              </a:cxn>
              <a:cxn ang="0">
                <a:pos x="T8" y="T9"/>
              </a:cxn>
            </a:cxnLst>
            <a:rect l="0" t="0" r="r" b="b"/>
            <a:pathLst>
              <a:path w="2010409" h="95250">
                <a:moveTo>
                  <a:pt x="2010137" y="0"/>
                </a:moveTo>
                <a:lnTo>
                  <a:pt x="0" y="0"/>
                </a:lnTo>
                <a:lnTo>
                  <a:pt x="0" y="95211"/>
                </a:lnTo>
                <a:lnTo>
                  <a:pt x="2010137" y="95211"/>
                </a:lnTo>
                <a:lnTo>
                  <a:pt x="2010137"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9" name="bg object 23">
            <a:extLst>
              <a:ext uri="{FF2B5EF4-FFF2-40B4-BE49-F238E27FC236}">
                <a16:creationId xmlns:a16="http://schemas.microsoft.com/office/drawing/2014/main" id="{68DAFE59-7AB2-697A-0921-98E8E5CAE070}"/>
              </a:ext>
            </a:extLst>
          </p:cNvPr>
          <p:cNvSpPr>
            <a:spLocks/>
          </p:cNvSpPr>
          <p:nvPr/>
        </p:nvSpPr>
        <p:spPr bwMode="auto">
          <a:xfrm>
            <a:off x="8137525" y="5573713"/>
            <a:ext cx="1390650" cy="95250"/>
          </a:xfrm>
          <a:custGeom>
            <a:avLst/>
            <a:gdLst>
              <a:gd name="T0" fmla="*/ 1389256 w 1389379"/>
              <a:gd name="T1" fmla="*/ 0 h 95250"/>
              <a:gd name="T2" fmla="*/ 0 w 1389379"/>
              <a:gd name="T3" fmla="*/ 0 h 95250"/>
              <a:gd name="T4" fmla="*/ 0 w 1389379"/>
              <a:gd name="T5" fmla="*/ 95211 h 95250"/>
              <a:gd name="T6" fmla="*/ 1389256 w 1389379"/>
              <a:gd name="T7" fmla="*/ 95211 h 95250"/>
              <a:gd name="T8" fmla="*/ 1389256 w 1389379"/>
              <a:gd name="T9" fmla="*/ 0 h 95250"/>
            </a:gdLst>
            <a:ahLst/>
            <a:cxnLst>
              <a:cxn ang="0">
                <a:pos x="T0" y="T1"/>
              </a:cxn>
              <a:cxn ang="0">
                <a:pos x="T2" y="T3"/>
              </a:cxn>
              <a:cxn ang="0">
                <a:pos x="T4" y="T5"/>
              </a:cxn>
              <a:cxn ang="0">
                <a:pos x="T6" y="T7"/>
              </a:cxn>
              <a:cxn ang="0">
                <a:pos x="T8" y="T9"/>
              </a:cxn>
            </a:cxnLst>
            <a:rect l="0" t="0" r="r" b="b"/>
            <a:pathLst>
              <a:path w="1389379" h="95250">
                <a:moveTo>
                  <a:pt x="1389256" y="0"/>
                </a:moveTo>
                <a:lnTo>
                  <a:pt x="0" y="0"/>
                </a:lnTo>
                <a:lnTo>
                  <a:pt x="0" y="95211"/>
                </a:lnTo>
                <a:lnTo>
                  <a:pt x="1389256" y="95211"/>
                </a:lnTo>
                <a:lnTo>
                  <a:pt x="1389256"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0" name="Holder 2">
            <a:extLst>
              <a:ext uri="{FF2B5EF4-FFF2-40B4-BE49-F238E27FC236}">
                <a16:creationId xmlns:a16="http://schemas.microsoft.com/office/drawing/2014/main" id="{14B5E527-874C-FD3F-E01B-90E5AC500561}"/>
              </a:ext>
            </a:extLst>
          </p:cNvPr>
          <p:cNvSpPr>
            <a:spLocks noGrp="1"/>
          </p:cNvSpPr>
          <p:nvPr>
            <p:ph type="ftr" sz="quarter" idx="10"/>
          </p:nvPr>
        </p:nvSpPr>
        <p:spPr/>
        <p:txBody>
          <a:bodyPr/>
          <a:lstStyle>
            <a:lvl1pPr>
              <a:defRPr sz="1650" b="1" i="0" dirty="0">
                <a:solidFill>
                  <a:srgbClr val="0F1D34"/>
                </a:solidFill>
                <a:latin typeface="Open Sans SemiBold"/>
                <a:cs typeface="Open Sans SemiBold"/>
              </a:defRPr>
            </a:lvl1pPr>
          </a:lstStyle>
          <a:p>
            <a:pPr>
              <a:defRPr/>
            </a:pPr>
            <a:r>
              <a:t>IT</a:t>
            </a:r>
            <a:r>
              <a:rPr spc="-15"/>
              <a:t> </a:t>
            </a:r>
            <a:r>
              <a:rPr spc="-10"/>
              <a:t>Services</a:t>
            </a:r>
          </a:p>
        </p:txBody>
      </p:sp>
      <p:sp>
        <p:nvSpPr>
          <p:cNvPr id="11" name="Holder 3">
            <a:extLst>
              <a:ext uri="{FF2B5EF4-FFF2-40B4-BE49-F238E27FC236}">
                <a16:creationId xmlns:a16="http://schemas.microsoft.com/office/drawing/2014/main" id="{9C8FFF79-588F-726B-007A-0D9009982864}"/>
              </a:ext>
            </a:extLst>
          </p:cNvPr>
          <p:cNvSpPr>
            <a:spLocks noGrp="1" noChangeArrowheads="1"/>
          </p:cNvSpPr>
          <p:nvPr>
            <p:ph type="dt" sz="half" idx="11"/>
          </p:nvPr>
        </p:nvSpPr>
        <p:spPr/>
        <p:txBody>
          <a:bodyPr/>
          <a:lstStyle>
            <a:lvl1pPr>
              <a:defRPr/>
            </a:lvl1pPr>
          </a:lstStyle>
          <a:p>
            <a:fld id="{BDE4D313-EB52-435D-A319-1633FB620543}" type="datetimeFigureOut">
              <a:rPr lang="en-US" altLang="en-US" smtClean="0"/>
              <a:pPr/>
              <a:t>3/23/2026</a:t>
            </a:fld>
            <a:endParaRPr lang="en-US" altLang="en-US"/>
          </a:p>
        </p:txBody>
      </p:sp>
      <p:sp>
        <p:nvSpPr>
          <p:cNvPr id="12" name="Holder 4">
            <a:extLst>
              <a:ext uri="{FF2B5EF4-FFF2-40B4-BE49-F238E27FC236}">
                <a16:creationId xmlns:a16="http://schemas.microsoft.com/office/drawing/2014/main" id="{09F181B7-8701-8660-4457-CD9BAB7069E5}"/>
              </a:ext>
            </a:extLst>
          </p:cNvPr>
          <p:cNvSpPr>
            <a:spLocks noGrp="1" noChangeArrowheads="1"/>
          </p:cNvSpPr>
          <p:nvPr>
            <p:ph type="sldNum" sz="quarter" idx="12"/>
          </p:nvPr>
        </p:nvSpPr>
        <p:spPr/>
        <p:txBody>
          <a:bodyPr/>
          <a:lstStyle>
            <a:lvl1pPr>
              <a:defRPr/>
            </a:lvl1pPr>
          </a:lstStyle>
          <a:p>
            <a:fld id="{B732908D-23D2-4775-83F9-CDFE5F6D8EE1}" type="slidenum">
              <a:rPr lang="en-US" altLang="en-US"/>
              <a:pPr/>
              <a:t>‹#›</a:t>
            </a:fld>
            <a:endParaRPr lang="en-US" altLang="en-US"/>
          </a:p>
        </p:txBody>
      </p:sp>
    </p:spTree>
    <p:extLst>
      <p:ext uri="{BB962C8B-B14F-4D97-AF65-F5344CB8AC3E}">
        <p14:creationId xmlns:p14="http://schemas.microsoft.com/office/powerpoint/2010/main" val="480702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Holder 2">
            <a:extLst>
              <a:ext uri="{FF2B5EF4-FFF2-40B4-BE49-F238E27FC236}">
                <a16:creationId xmlns:a16="http://schemas.microsoft.com/office/drawing/2014/main" id="{ACCDDBAB-5189-1DFE-E9D3-0D1CA9125EA5}"/>
              </a:ext>
            </a:extLst>
          </p:cNvPr>
          <p:cNvSpPr>
            <a:spLocks noGrp="1" noChangeArrowheads="1"/>
          </p:cNvSpPr>
          <p:nvPr>
            <p:ph type="title"/>
          </p:nvPr>
        </p:nvSpPr>
        <p:spPr bwMode="auto">
          <a:xfrm>
            <a:off x="19150013" y="773113"/>
            <a:ext cx="504825"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1027" name="Holder 3">
            <a:extLst>
              <a:ext uri="{FF2B5EF4-FFF2-40B4-BE49-F238E27FC236}">
                <a16:creationId xmlns:a16="http://schemas.microsoft.com/office/drawing/2014/main" id="{7B1EB7CB-EFBF-91DC-0524-C12AA306B7B9}"/>
              </a:ext>
            </a:extLst>
          </p:cNvPr>
          <p:cNvSpPr>
            <a:spLocks noGrp="1" noChangeArrowheads="1"/>
          </p:cNvSpPr>
          <p:nvPr>
            <p:ph type="body" idx="1"/>
          </p:nvPr>
        </p:nvSpPr>
        <p:spPr bwMode="auto">
          <a:xfrm>
            <a:off x="1004888" y="2601913"/>
            <a:ext cx="18094325" cy="746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4" name="Holder 4">
            <a:extLst>
              <a:ext uri="{FF2B5EF4-FFF2-40B4-BE49-F238E27FC236}">
                <a16:creationId xmlns:a16="http://schemas.microsoft.com/office/drawing/2014/main" id="{CF55E0AF-2313-1982-AB94-262887BA826E}"/>
              </a:ext>
            </a:extLst>
          </p:cNvPr>
          <p:cNvSpPr>
            <a:spLocks noGrp="1"/>
          </p:cNvSpPr>
          <p:nvPr>
            <p:ph type="ftr" sz="quarter" idx="5"/>
          </p:nvPr>
        </p:nvSpPr>
        <p:spPr>
          <a:xfrm>
            <a:off x="1952625" y="10614025"/>
            <a:ext cx="1085850" cy="311150"/>
          </a:xfrm>
          <a:prstGeom prst="rect">
            <a:avLst/>
          </a:prstGeom>
        </p:spPr>
        <p:txBody>
          <a:bodyPr wrap="square" lIns="0" tIns="0" rIns="0" bIns="0">
            <a:spAutoFit/>
          </a:bodyPr>
          <a:lstStyle>
            <a:lvl1pPr marL="12700" eaLnBrk="1" fontAlgn="auto" hangingPunct="1">
              <a:spcBef>
                <a:spcPts val="210"/>
              </a:spcBef>
              <a:spcAft>
                <a:spcPts val="0"/>
              </a:spcAft>
              <a:defRPr sz="1650" b="1" i="0" kern="0" dirty="0">
                <a:solidFill>
                  <a:srgbClr val="0F1D34"/>
                </a:solidFill>
                <a:latin typeface="Open Sans SemiBold"/>
                <a:cs typeface="Open Sans SemiBold"/>
              </a:defRPr>
            </a:lvl1pPr>
          </a:lstStyle>
          <a:p>
            <a:pPr>
              <a:defRPr/>
            </a:pPr>
            <a:r>
              <a:t>IT</a:t>
            </a:r>
            <a:r>
              <a:rPr spc="-15"/>
              <a:t> </a:t>
            </a:r>
            <a:r>
              <a:rPr spc="-10"/>
              <a:t>Services</a:t>
            </a:r>
          </a:p>
        </p:txBody>
      </p:sp>
      <p:sp>
        <p:nvSpPr>
          <p:cNvPr id="1029" name="Holder 5">
            <a:extLst>
              <a:ext uri="{FF2B5EF4-FFF2-40B4-BE49-F238E27FC236}">
                <a16:creationId xmlns:a16="http://schemas.microsoft.com/office/drawing/2014/main" id="{46CBE3CD-9808-8D53-F30B-84DAFA903636}"/>
              </a:ext>
            </a:extLst>
          </p:cNvPr>
          <p:cNvSpPr>
            <a:spLocks noGrp="1" noChangeArrowheads="1"/>
          </p:cNvSpPr>
          <p:nvPr>
            <p:ph type="dt" sz="half" idx="6"/>
          </p:nvPr>
        </p:nvSpPr>
        <p:spPr bwMode="auto">
          <a:xfrm>
            <a:off x="1004888" y="10517188"/>
            <a:ext cx="4624387"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1" hangingPunct="1">
              <a:defRPr>
                <a:solidFill>
                  <a:srgbClr val="898989"/>
                </a:solidFill>
              </a:defRPr>
            </a:lvl1pPr>
          </a:lstStyle>
          <a:p>
            <a:fld id="{4FD77C94-FC15-4548-A6D9-E5076735ADCA}" type="datetimeFigureOut">
              <a:rPr lang="en-US" altLang="en-US" smtClean="0"/>
              <a:pPr/>
              <a:t>3/23/2026</a:t>
            </a:fld>
            <a:endParaRPr lang="en-US" altLang="en-US"/>
          </a:p>
        </p:txBody>
      </p:sp>
      <p:sp>
        <p:nvSpPr>
          <p:cNvPr id="1030" name="Holder 6">
            <a:extLst>
              <a:ext uri="{FF2B5EF4-FFF2-40B4-BE49-F238E27FC236}">
                <a16:creationId xmlns:a16="http://schemas.microsoft.com/office/drawing/2014/main" id="{298E479F-DC8E-867C-5EBF-CFC898AC8338}"/>
              </a:ext>
            </a:extLst>
          </p:cNvPr>
          <p:cNvSpPr>
            <a:spLocks noGrp="1" noChangeArrowheads="1"/>
          </p:cNvSpPr>
          <p:nvPr>
            <p:ph type="sldNum" sz="quarter" idx="7"/>
          </p:nvPr>
        </p:nvSpPr>
        <p:spPr bwMode="auto">
          <a:xfrm>
            <a:off x="14474825" y="10517188"/>
            <a:ext cx="4624388"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algn="r" eaLnBrk="1" hangingPunct="1">
              <a:defRPr>
                <a:solidFill>
                  <a:srgbClr val="898989"/>
                </a:solidFill>
              </a:defRPr>
            </a:lvl1pPr>
          </a:lstStyle>
          <a:p>
            <a:fld id="{A7325F83-A024-4E0D-841D-5DAF7ED99FF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71" r:id="rId1"/>
    <p:sldLayoutId id="2147483669" r:id="rId2"/>
    <p:sldLayoutId id="2147483672" r:id="rId3"/>
    <p:sldLayoutId id="2147483670" r:id="rId4"/>
    <p:sldLayoutId id="2147483673" r:id="rId5"/>
  </p:sldLayoutIdLst>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anose="020F0502020204030204" pitchFamily="34" charset="0"/>
        </a:defRPr>
      </a:lvl2pPr>
      <a:lvl3pPr algn="ctr" rtl="0" eaLnBrk="0" fontAlgn="base" hangingPunct="0">
        <a:spcBef>
          <a:spcPct val="0"/>
        </a:spcBef>
        <a:spcAft>
          <a:spcPct val="0"/>
        </a:spcAft>
        <a:defRPr>
          <a:solidFill>
            <a:schemeClr val="tx2"/>
          </a:solidFill>
          <a:latin typeface="Calibri" panose="020F0502020204030204" pitchFamily="34" charset="0"/>
        </a:defRPr>
      </a:lvl3pPr>
      <a:lvl4pPr algn="ctr" rtl="0" eaLnBrk="0" fontAlgn="base" hangingPunct="0">
        <a:spcBef>
          <a:spcPct val="0"/>
        </a:spcBef>
        <a:spcAft>
          <a:spcPct val="0"/>
        </a:spcAft>
        <a:defRPr>
          <a:solidFill>
            <a:schemeClr val="tx2"/>
          </a:solidFill>
          <a:latin typeface="Calibri" panose="020F0502020204030204" pitchFamily="34" charset="0"/>
        </a:defRPr>
      </a:lvl4pPr>
      <a:lvl5pPr algn="ctr" rtl="0" eaLnBrk="0" fontAlgn="base" hangingPunct="0">
        <a:spcBef>
          <a:spcPct val="0"/>
        </a:spcBef>
        <a:spcAft>
          <a:spcPct val="0"/>
        </a:spcAft>
        <a:defRPr>
          <a:solidFill>
            <a:schemeClr val="tx2"/>
          </a:solidFill>
          <a:latin typeface="Calibri" panose="020F0502020204030204" pitchFamily="34" charset="0"/>
        </a:defRPr>
      </a:lvl5pPr>
      <a:lvl6pPr marL="457200" algn="ctr" rtl="0" eaLnBrk="0" fontAlgn="base" hangingPunct="0">
        <a:spcBef>
          <a:spcPct val="0"/>
        </a:spcBef>
        <a:spcAft>
          <a:spcPct val="0"/>
        </a:spcAft>
        <a:defRPr>
          <a:solidFill>
            <a:schemeClr val="tx2"/>
          </a:solidFill>
          <a:latin typeface="Calibri" panose="020F0502020204030204" pitchFamily="34" charset="0"/>
        </a:defRPr>
      </a:lvl6pPr>
      <a:lvl7pPr marL="914400" algn="ctr" rtl="0" eaLnBrk="0" fontAlgn="base" hangingPunct="0">
        <a:spcBef>
          <a:spcPct val="0"/>
        </a:spcBef>
        <a:spcAft>
          <a:spcPct val="0"/>
        </a:spcAft>
        <a:defRPr>
          <a:solidFill>
            <a:schemeClr val="tx2"/>
          </a:solidFill>
          <a:latin typeface="Calibri" panose="020F0502020204030204" pitchFamily="34" charset="0"/>
        </a:defRPr>
      </a:lvl7pPr>
      <a:lvl8pPr marL="1371600" algn="ctr" rtl="0" eaLnBrk="0" fontAlgn="base" hangingPunct="0">
        <a:spcBef>
          <a:spcPct val="0"/>
        </a:spcBef>
        <a:spcAft>
          <a:spcPct val="0"/>
        </a:spcAft>
        <a:defRPr>
          <a:solidFill>
            <a:schemeClr val="tx2"/>
          </a:solidFill>
          <a:latin typeface="Calibri" panose="020F0502020204030204" pitchFamily="34" charset="0"/>
        </a:defRPr>
      </a:lvl8pPr>
      <a:lvl9pPr marL="1828800" algn="ctr" rtl="0" eaLnBrk="0" fontAlgn="base" hangingPunct="0">
        <a:spcBef>
          <a:spcPct val="0"/>
        </a:spcBef>
        <a:spcAft>
          <a:spcPct val="0"/>
        </a:spcAft>
        <a:defRPr>
          <a:solidFill>
            <a:schemeClr val="tx2"/>
          </a:solidFill>
          <a:latin typeface="Calibri" panose="020F0502020204030204" pitchFamily="34" charset="0"/>
        </a:defRPr>
      </a:lvl9pPr>
    </p:titleStyle>
    <p:bodyStyle>
      <a:lvl1pPr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1.png"/><Relationship Id="rId2" Type="http://schemas.openxmlformats.org/officeDocument/2006/relationships/notesSlide" Target="../notesSlides/notesSlide3.xml"/><Relationship Id="rId16"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0.png"/><Relationship Id="rId5" Type="http://schemas.openxmlformats.org/officeDocument/2006/relationships/image" Target="../media/image3.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png"/><Relationship Id="rId1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1.png"/><Relationship Id="rId2" Type="http://schemas.openxmlformats.org/officeDocument/2006/relationships/notesSlide" Target="../notesSlides/notesSlide4.xml"/><Relationship Id="rId16"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0.png"/><Relationship Id="rId5" Type="http://schemas.openxmlformats.org/officeDocument/2006/relationships/image" Target="../media/image3.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png"/><Relationship Id="rId1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9.jpe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9.jpe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9.jpe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9.jpeg"/><Relationship Id="rId7"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hyperlink" Target="https://gpt-tokenizer.dev/"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9" name="object 2">
            <a:extLst>
              <a:ext uri="{FF2B5EF4-FFF2-40B4-BE49-F238E27FC236}">
                <a16:creationId xmlns:a16="http://schemas.microsoft.com/office/drawing/2014/main" id="{E533A0D9-2465-5A38-2ACE-2CF0679ADEE4}"/>
              </a:ext>
            </a:extLst>
          </p:cNvPr>
          <p:cNvSpPr>
            <a:spLocks/>
          </p:cNvSpPr>
          <p:nvPr/>
        </p:nvSpPr>
        <p:spPr bwMode="auto">
          <a:xfrm>
            <a:off x="0" y="4763"/>
            <a:ext cx="20104100" cy="11299825"/>
          </a:xfrm>
          <a:custGeom>
            <a:avLst/>
            <a:gdLst>
              <a:gd name="T0" fmla="*/ 0 w 20104100"/>
              <a:gd name="T1" fmla="*/ 0 h 11300460"/>
              <a:gd name="T2" fmla="*/ 20104100 w 20104100"/>
              <a:gd name="T3" fmla="*/ 11300460 h 11300460"/>
            </a:gdLst>
            <a:ahLst/>
            <a:cxnLst/>
            <a:rect l="T0" t="T1" r="T2" b="T3"/>
            <a:pathLst>
              <a:path w="20104100" h="11300460">
                <a:moveTo>
                  <a:pt x="20104099" y="0"/>
                </a:moveTo>
                <a:lnTo>
                  <a:pt x="0" y="0"/>
                </a:lnTo>
                <a:lnTo>
                  <a:pt x="0" y="11300127"/>
                </a:lnTo>
                <a:lnTo>
                  <a:pt x="20104099" y="11300127"/>
                </a:lnTo>
                <a:lnTo>
                  <a:pt x="20104099" y="0"/>
                </a:lnTo>
                <a:close/>
              </a:path>
            </a:pathLst>
          </a:custGeom>
          <a:solidFill>
            <a:srgbClr val="F0EEE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n-US" dirty="0">
                <a:solidFill>
                  <a:srgbClr val="000000"/>
                </a:solidFill>
              </a:rPr>
              <a:t>       </a:t>
            </a:r>
            <a:endParaRPr lang="en-US" altLang="en-US" dirty="0">
              <a:solidFill>
                <a:srgbClr val="000000"/>
              </a:solidFill>
            </a:endParaRPr>
          </a:p>
        </p:txBody>
      </p:sp>
      <p:sp>
        <p:nvSpPr>
          <p:cNvPr id="7173" name="object 11">
            <a:extLst>
              <a:ext uri="{FF2B5EF4-FFF2-40B4-BE49-F238E27FC236}">
                <a16:creationId xmlns:a16="http://schemas.microsoft.com/office/drawing/2014/main" id="{0639753E-D83F-DDCF-B5F5-3CB0F63E7D1D}"/>
              </a:ext>
            </a:extLst>
          </p:cNvPr>
          <p:cNvSpPr>
            <a:spLocks/>
          </p:cNvSpPr>
          <p:nvPr/>
        </p:nvSpPr>
        <p:spPr bwMode="auto">
          <a:xfrm>
            <a:off x="4368800" y="2519363"/>
            <a:ext cx="654050" cy="652462"/>
          </a:xfrm>
          <a:custGeom>
            <a:avLst/>
            <a:gdLst>
              <a:gd name="T0" fmla="*/ 652807 w 653414"/>
              <a:gd name="T1" fmla="*/ 0 h 653414"/>
              <a:gd name="T2" fmla="*/ 494026 w 653414"/>
              <a:gd name="T3" fmla="*/ 0 h 653414"/>
              <a:gd name="T4" fmla="*/ 327204 w 653414"/>
              <a:gd name="T5" fmla="*/ 487608 h 653414"/>
              <a:gd name="T6" fmla="*/ 165209 w 653414"/>
              <a:gd name="T7" fmla="*/ 0 h 653414"/>
              <a:gd name="T8" fmla="*/ 1602 w 653414"/>
              <a:gd name="T9" fmla="*/ 0 h 653414"/>
              <a:gd name="T10" fmla="*/ 0 w 653414"/>
              <a:gd name="T11" fmla="*/ 0 h 653414"/>
              <a:gd name="T12" fmla="*/ 0 w 653414"/>
              <a:gd name="T13" fmla="*/ 652817 h 653414"/>
              <a:gd name="T14" fmla="*/ 121902 w 653414"/>
              <a:gd name="T15" fmla="*/ 652817 h 653414"/>
              <a:gd name="T16" fmla="*/ 121902 w 653414"/>
              <a:gd name="T17" fmla="*/ 218139 h 653414"/>
              <a:gd name="T18" fmla="*/ 272672 w 653414"/>
              <a:gd name="T19" fmla="*/ 652817 h 653414"/>
              <a:gd name="T20" fmla="*/ 378532 w 653414"/>
              <a:gd name="T21" fmla="*/ 652817 h 653414"/>
              <a:gd name="T22" fmla="*/ 527680 w 653414"/>
              <a:gd name="T23" fmla="*/ 218139 h 653414"/>
              <a:gd name="T24" fmla="*/ 527680 w 653414"/>
              <a:gd name="T25" fmla="*/ 652817 h 653414"/>
              <a:gd name="T26" fmla="*/ 652807 w 653414"/>
              <a:gd name="T27" fmla="*/ 652817 h 653414"/>
              <a:gd name="T28" fmla="*/ 652807 w 653414"/>
              <a:gd name="T29" fmla="*/ 0 h 653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3414" h="653414">
                <a:moveTo>
                  <a:pt x="652807" y="0"/>
                </a:moveTo>
                <a:lnTo>
                  <a:pt x="494026" y="0"/>
                </a:lnTo>
                <a:lnTo>
                  <a:pt x="327204" y="487608"/>
                </a:lnTo>
                <a:lnTo>
                  <a:pt x="165209" y="0"/>
                </a:lnTo>
                <a:lnTo>
                  <a:pt x="1602" y="0"/>
                </a:lnTo>
                <a:lnTo>
                  <a:pt x="0" y="0"/>
                </a:lnTo>
                <a:lnTo>
                  <a:pt x="0" y="652817"/>
                </a:lnTo>
                <a:lnTo>
                  <a:pt x="121902" y="652817"/>
                </a:lnTo>
                <a:lnTo>
                  <a:pt x="121902" y="218139"/>
                </a:lnTo>
                <a:lnTo>
                  <a:pt x="272672" y="652817"/>
                </a:lnTo>
                <a:lnTo>
                  <a:pt x="378532" y="652817"/>
                </a:lnTo>
                <a:lnTo>
                  <a:pt x="527680" y="218139"/>
                </a:lnTo>
                <a:lnTo>
                  <a:pt x="527680" y="652817"/>
                </a:lnTo>
                <a:lnTo>
                  <a:pt x="652807" y="652817"/>
                </a:lnTo>
                <a:lnTo>
                  <a:pt x="652807" y="0"/>
                </a:lnTo>
                <a:close/>
              </a:path>
            </a:pathLst>
          </a:custGeom>
          <a:solidFill>
            <a:srgbClr val="0F1D3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7174" name="object 12">
            <a:extLst>
              <a:ext uri="{FF2B5EF4-FFF2-40B4-BE49-F238E27FC236}">
                <a16:creationId xmlns:a16="http://schemas.microsoft.com/office/drawing/2014/main" id="{5C73785A-28A7-43FD-593D-AEFC0F6D2D70}"/>
              </a:ext>
            </a:extLst>
          </p:cNvPr>
          <p:cNvSpPr>
            <a:spLocks/>
          </p:cNvSpPr>
          <p:nvPr/>
        </p:nvSpPr>
        <p:spPr bwMode="auto">
          <a:xfrm>
            <a:off x="5430838" y="2519363"/>
            <a:ext cx="465137" cy="650875"/>
          </a:xfrm>
          <a:custGeom>
            <a:avLst/>
            <a:gdLst>
              <a:gd name="T0" fmla="*/ 445923 w 465454"/>
              <a:gd name="T1" fmla="*/ 0 h 651510"/>
              <a:gd name="T2" fmla="*/ 0 w 465454"/>
              <a:gd name="T3" fmla="*/ 0 h 651510"/>
              <a:gd name="T4" fmla="*/ 0 w 465454"/>
              <a:gd name="T5" fmla="*/ 651215 h 651510"/>
              <a:gd name="T6" fmla="*/ 450729 w 465454"/>
              <a:gd name="T7" fmla="*/ 651215 h 651510"/>
              <a:gd name="T8" fmla="*/ 465158 w 465454"/>
              <a:gd name="T9" fmla="*/ 535732 h 651510"/>
              <a:gd name="T10" fmla="*/ 136362 w 465454"/>
              <a:gd name="T11" fmla="*/ 535732 h 651510"/>
              <a:gd name="T12" fmla="*/ 136362 w 465454"/>
              <a:gd name="T13" fmla="*/ 375328 h 651510"/>
              <a:gd name="T14" fmla="*/ 426657 w 465454"/>
              <a:gd name="T15" fmla="*/ 375328 h 651510"/>
              <a:gd name="T16" fmla="*/ 426657 w 465454"/>
              <a:gd name="T17" fmla="*/ 258243 h 651510"/>
              <a:gd name="T18" fmla="*/ 136362 w 465454"/>
              <a:gd name="T19" fmla="*/ 258243 h 651510"/>
              <a:gd name="T20" fmla="*/ 136362 w 465454"/>
              <a:gd name="T21" fmla="*/ 115483 h 651510"/>
              <a:gd name="T22" fmla="*/ 445923 w 465454"/>
              <a:gd name="T23" fmla="*/ 115483 h 651510"/>
              <a:gd name="T24" fmla="*/ 445923 w 465454"/>
              <a:gd name="T25" fmla="*/ 0 h 65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5454" h="651510">
                <a:moveTo>
                  <a:pt x="445923" y="0"/>
                </a:moveTo>
                <a:lnTo>
                  <a:pt x="0" y="0"/>
                </a:lnTo>
                <a:lnTo>
                  <a:pt x="0" y="651215"/>
                </a:lnTo>
                <a:lnTo>
                  <a:pt x="450729" y="651215"/>
                </a:lnTo>
                <a:lnTo>
                  <a:pt x="465158" y="535732"/>
                </a:lnTo>
                <a:lnTo>
                  <a:pt x="136362" y="535732"/>
                </a:lnTo>
                <a:lnTo>
                  <a:pt x="136362" y="375328"/>
                </a:lnTo>
                <a:lnTo>
                  <a:pt x="426657" y="375328"/>
                </a:lnTo>
                <a:lnTo>
                  <a:pt x="426657" y="258243"/>
                </a:lnTo>
                <a:lnTo>
                  <a:pt x="136362" y="258243"/>
                </a:lnTo>
                <a:lnTo>
                  <a:pt x="136362" y="115483"/>
                </a:lnTo>
                <a:lnTo>
                  <a:pt x="445923" y="115483"/>
                </a:lnTo>
                <a:lnTo>
                  <a:pt x="445923" y="0"/>
                </a:lnTo>
                <a:close/>
              </a:path>
            </a:pathLst>
          </a:custGeom>
          <a:solidFill>
            <a:srgbClr val="0F1D3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7175" name="object 13">
            <a:extLst>
              <a:ext uri="{FF2B5EF4-FFF2-40B4-BE49-F238E27FC236}">
                <a16:creationId xmlns:a16="http://schemas.microsoft.com/office/drawing/2014/main" id="{99FC3C7F-1E42-BCAF-6F05-E65EF273F751}"/>
              </a:ext>
            </a:extLst>
          </p:cNvPr>
          <p:cNvSpPr>
            <a:spLocks/>
          </p:cNvSpPr>
          <p:nvPr/>
        </p:nvSpPr>
        <p:spPr bwMode="auto">
          <a:xfrm>
            <a:off x="6243638" y="2519363"/>
            <a:ext cx="528637" cy="666750"/>
          </a:xfrm>
          <a:custGeom>
            <a:avLst/>
            <a:gdLst>
              <a:gd name="T0" fmla="*/ 527701 w 528320"/>
              <a:gd name="T1" fmla="*/ 0 h 667385"/>
              <a:gd name="T2" fmla="*/ 391380 w 528320"/>
              <a:gd name="T3" fmla="*/ 0 h 667385"/>
              <a:gd name="T4" fmla="*/ 391380 w 528320"/>
              <a:gd name="T5" fmla="*/ 388155 h 667385"/>
              <a:gd name="T6" fmla="*/ 389571 w 528320"/>
              <a:gd name="T7" fmla="*/ 427306 h 667385"/>
              <a:gd name="T8" fmla="*/ 375120 w 528320"/>
              <a:gd name="T9" fmla="*/ 488763 h 667385"/>
              <a:gd name="T10" fmla="*/ 345404 w 528320"/>
              <a:gd name="T11" fmla="*/ 529437 h 667385"/>
              <a:gd name="T12" fmla="*/ 296171 w 528320"/>
              <a:gd name="T13" fmla="*/ 549333 h 667385"/>
              <a:gd name="T14" fmla="*/ 264630 w 528320"/>
              <a:gd name="T15" fmla="*/ 551763 h 667385"/>
              <a:gd name="T16" fmla="*/ 233120 w 528320"/>
              <a:gd name="T17" fmla="*/ 549333 h 667385"/>
              <a:gd name="T18" fmla="*/ 183908 w 528320"/>
              <a:gd name="T19" fmla="*/ 529437 h 667385"/>
              <a:gd name="T20" fmla="*/ 154175 w 528320"/>
              <a:gd name="T21" fmla="*/ 488763 h 667385"/>
              <a:gd name="T22" fmla="*/ 139736 w 528320"/>
              <a:gd name="T23" fmla="*/ 427306 h 667385"/>
              <a:gd name="T24" fmla="*/ 137932 w 528320"/>
              <a:gd name="T25" fmla="*/ 388155 h 667385"/>
              <a:gd name="T26" fmla="*/ 137932 w 528320"/>
              <a:gd name="T27" fmla="*/ 0 h 667385"/>
              <a:gd name="T28" fmla="*/ 1612 w 528320"/>
              <a:gd name="T29" fmla="*/ 0 h 667385"/>
              <a:gd name="T30" fmla="*/ 0 w 528320"/>
              <a:gd name="T31" fmla="*/ 0 h 667385"/>
              <a:gd name="T32" fmla="*/ 0 w 528320"/>
              <a:gd name="T33" fmla="*/ 383349 h 667385"/>
              <a:gd name="T34" fmla="*/ 4613 w 528320"/>
              <a:gd name="T35" fmla="*/ 452924 h 667385"/>
              <a:gd name="T36" fmla="*/ 17653 w 528320"/>
              <a:gd name="T37" fmla="*/ 511670 h 667385"/>
              <a:gd name="T38" fmla="*/ 39098 w 528320"/>
              <a:gd name="T39" fmla="*/ 559984 h 667385"/>
              <a:gd name="T40" fmla="*/ 68961 w 528320"/>
              <a:gd name="T41" fmla="*/ 599887 h 667385"/>
              <a:gd name="T42" fmla="*/ 107055 w 528320"/>
              <a:gd name="T43" fmla="*/ 630357 h 667385"/>
              <a:gd name="T44" fmla="*/ 152351 w 528320"/>
              <a:gd name="T45" fmla="*/ 651215 h 667385"/>
              <a:gd name="T46" fmla="*/ 204101 w 528320"/>
              <a:gd name="T47" fmla="*/ 663440 h 667385"/>
              <a:gd name="T48" fmla="*/ 263060 w 528320"/>
              <a:gd name="T49" fmla="*/ 667246 h 667385"/>
              <a:gd name="T50" fmla="*/ 293430 w 528320"/>
              <a:gd name="T51" fmla="*/ 666320 h 667385"/>
              <a:gd name="T52" fmla="*/ 348763 w 528320"/>
              <a:gd name="T53" fmla="*/ 658456 h 667385"/>
              <a:gd name="T54" fmla="*/ 397590 w 528320"/>
              <a:gd name="T55" fmla="*/ 642539 h 667385"/>
              <a:gd name="T56" fmla="*/ 438683 w 528320"/>
              <a:gd name="T57" fmla="*/ 617375 h 667385"/>
              <a:gd name="T58" fmla="*/ 473740 w 528320"/>
              <a:gd name="T59" fmla="*/ 583442 h 667385"/>
              <a:gd name="T60" fmla="*/ 499750 w 528320"/>
              <a:gd name="T61" fmla="*/ 540136 h 667385"/>
              <a:gd name="T62" fmla="*/ 517536 w 528320"/>
              <a:gd name="T63" fmla="*/ 487180 h 667385"/>
              <a:gd name="T64" fmla="*/ 526521 w 528320"/>
              <a:gd name="T65" fmla="*/ 423971 h 667385"/>
              <a:gd name="T66" fmla="*/ 527701 w 528320"/>
              <a:gd name="T67" fmla="*/ 388155 h 667385"/>
              <a:gd name="T68" fmla="*/ 527701 w 528320"/>
              <a:gd name="T69" fmla="*/ 0 h 667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28320" h="667385">
                <a:moveTo>
                  <a:pt x="527701" y="0"/>
                </a:moveTo>
                <a:lnTo>
                  <a:pt x="391380" y="0"/>
                </a:lnTo>
                <a:lnTo>
                  <a:pt x="391380" y="388155"/>
                </a:lnTo>
                <a:lnTo>
                  <a:pt x="389571" y="427306"/>
                </a:lnTo>
                <a:lnTo>
                  <a:pt x="375120" y="488763"/>
                </a:lnTo>
                <a:lnTo>
                  <a:pt x="345404" y="529437"/>
                </a:lnTo>
                <a:lnTo>
                  <a:pt x="296171" y="549333"/>
                </a:lnTo>
                <a:lnTo>
                  <a:pt x="264630" y="551763"/>
                </a:lnTo>
                <a:lnTo>
                  <a:pt x="233120" y="549333"/>
                </a:lnTo>
                <a:lnTo>
                  <a:pt x="183908" y="529437"/>
                </a:lnTo>
                <a:lnTo>
                  <a:pt x="154175" y="488763"/>
                </a:lnTo>
                <a:lnTo>
                  <a:pt x="139736" y="427306"/>
                </a:lnTo>
                <a:lnTo>
                  <a:pt x="137932" y="388155"/>
                </a:lnTo>
                <a:lnTo>
                  <a:pt x="137932" y="0"/>
                </a:lnTo>
                <a:lnTo>
                  <a:pt x="1612" y="0"/>
                </a:lnTo>
                <a:lnTo>
                  <a:pt x="0" y="0"/>
                </a:lnTo>
                <a:lnTo>
                  <a:pt x="0" y="383349"/>
                </a:lnTo>
                <a:lnTo>
                  <a:pt x="4613" y="452924"/>
                </a:lnTo>
                <a:lnTo>
                  <a:pt x="17653" y="511670"/>
                </a:lnTo>
                <a:lnTo>
                  <a:pt x="39098" y="559984"/>
                </a:lnTo>
                <a:lnTo>
                  <a:pt x="68961" y="599887"/>
                </a:lnTo>
                <a:lnTo>
                  <a:pt x="107055" y="630357"/>
                </a:lnTo>
                <a:lnTo>
                  <a:pt x="152351" y="651215"/>
                </a:lnTo>
                <a:lnTo>
                  <a:pt x="204101" y="663440"/>
                </a:lnTo>
                <a:lnTo>
                  <a:pt x="263060" y="667246"/>
                </a:lnTo>
                <a:lnTo>
                  <a:pt x="293430" y="666320"/>
                </a:lnTo>
                <a:lnTo>
                  <a:pt x="348763" y="658456"/>
                </a:lnTo>
                <a:lnTo>
                  <a:pt x="397590" y="642539"/>
                </a:lnTo>
                <a:lnTo>
                  <a:pt x="438683" y="617375"/>
                </a:lnTo>
                <a:lnTo>
                  <a:pt x="473740" y="583442"/>
                </a:lnTo>
                <a:lnTo>
                  <a:pt x="499750" y="540136"/>
                </a:lnTo>
                <a:lnTo>
                  <a:pt x="517536" y="487180"/>
                </a:lnTo>
                <a:lnTo>
                  <a:pt x="526521" y="423971"/>
                </a:lnTo>
                <a:lnTo>
                  <a:pt x="527701" y="388155"/>
                </a:lnTo>
                <a:lnTo>
                  <a:pt x="527701" y="0"/>
                </a:lnTo>
                <a:close/>
              </a:path>
            </a:pathLst>
          </a:custGeom>
          <a:solidFill>
            <a:srgbClr val="0F1D3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7176" name="object 14">
            <a:extLst>
              <a:ext uri="{FF2B5EF4-FFF2-40B4-BE49-F238E27FC236}">
                <a16:creationId xmlns:a16="http://schemas.microsoft.com/office/drawing/2014/main" id="{24FC370B-692A-00DC-7D3E-F5A77006DDBD}"/>
              </a:ext>
            </a:extLst>
          </p:cNvPr>
          <p:cNvSpPr>
            <a:spLocks/>
          </p:cNvSpPr>
          <p:nvPr/>
        </p:nvSpPr>
        <p:spPr bwMode="auto">
          <a:xfrm>
            <a:off x="2209800" y="1550988"/>
            <a:ext cx="590550" cy="741362"/>
          </a:xfrm>
          <a:custGeom>
            <a:avLst/>
            <a:gdLst>
              <a:gd name="T0" fmla="*/ 261447 w 590550"/>
              <a:gd name="T1" fmla="*/ 0 h 741044"/>
              <a:gd name="T2" fmla="*/ 0 w 590550"/>
              <a:gd name="T3" fmla="*/ 0 h 741044"/>
              <a:gd name="T4" fmla="*/ 0 w 590550"/>
              <a:gd name="T5" fmla="*/ 741024 h 741044"/>
              <a:gd name="T6" fmla="*/ 152372 w 590550"/>
              <a:gd name="T7" fmla="*/ 741024 h 741044"/>
              <a:gd name="T8" fmla="*/ 152372 w 590550"/>
              <a:gd name="T9" fmla="*/ 461944 h 741044"/>
              <a:gd name="T10" fmla="*/ 456412 w 590550"/>
              <a:gd name="T11" fmla="*/ 461944 h 741044"/>
              <a:gd name="T12" fmla="*/ 439484 w 590550"/>
              <a:gd name="T13" fmla="*/ 426646 h 741044"/>
              <a:gd name="T14" fmla="*/ 467455 w 590550"/>
              <a:gd name="T15" fmla="*/ 408906 h 741044"/>
              <a:gd name="T16" fmla="*/ 491214 w 590550"/>
              <a:gd name="T17" fmla="*/ 389359 h 741044"/>
              <a:gd name="T18" fmla="*/ 510761 w 590550"/>
              <a:gd name="T19" fmla="*/ 368007 h 741044"/>
              <a:gd name="T20" fmla="*/ 526099 w 590550"/>
              <a:gd name="T21" fmla="*/ 344848 h 741044"/>
              <a:gd name="T22" fmla="*/ 531128 w 590550"/>
              <a:gd name="T23" fmla="*/ 333623 h 741044"/>
              <a:gd name="T24" fmla="*/ 150770 w 590550"/>
              <a:gd name="T25" fmla="*/ 333623 h 741044"/>
              <a:gd name="T26" fmla="*/ 150770 w 590550"/>
              <a:gd name="T27" fmla="*/ 125106 h 741044"/>
              <a:gd name="T28" fmla="*/ 530409 w 590550"/>
              <a:gd name="T29" fmla="*/ 125106 h 741044"/>
              <a:gd name="T30" fmla="*/ 521290 w 590550"/>
              <a:gd name="T31" fmla="*/ 108668 h 741044"/>
              <a:gd name="T32" fmla="*/ 494016 w 590550"/>
              <a:gd name="T33" fmla="*/ 73777 h 741044"/>
              <a:gd name="T34" fmla="*/ 456527 w 590550"/>
              <a:gd name="T35" fmla="*/ 43708 h 741044"/>
              <a:gd name="T36" fmla="*/ 405799 w 590550"/>
              <a:gd name="T37" fmla="*/ 20847 h 741044"/>
              <a:gd name="T38" fmla="*/ 340840 w 590550"/>
              <a:gd name="T39" fmla="*/ 5012 h 741044"/>
              <a:gd name="T40" fmla="*/ 302947 w 590550"/>
              <a:gd name="T41" fmla="*/ 1228 h 741044"/>
              <a:gd name="T42" fmla="*/ 261447 w 590550"/>
              <a:gd name="T43" fmla="*/ 0 h 741044"/>
              <a:gd name="T44" fmla="*/ 456412 w 590550"/>
              <a:gd name="T45" fmla="*/ 461944 h 741044"/>
              <a:gd name="T46" fmla="*/ 298336 w 590550"/>
              <a:gd name="T47" fmla="*/ 461944 h 741044"/>
              <a:gd name="T48" fmla="*/ 423442 w 590550"/>
              <a:gd name="T49" fmla="*/ 741024 h 741044"/>
              <a:gd name="T50" fmla="*/ 590254 w 590550"/>
              <a:gd name="T51" fmla="*/ 741024 h 741044"/>
              <a:gd name="T52" fmla="*/ 456412 w 590550"/>
              <a:gd name="T53" fmla="*/ 461944 h 741044"/>
              <a:gd name="T54" fmla="*/ 530409 w 590550"/>
              <a:gd name="T55" fmla="*/ 125106 h 741044"/>
              <a:gd name="T56" fmla="*/ 258243 w 590550"/>
              <a:gd name="T57" fmla="*/ 125106 h 741044"/>
              <a:gd name="T58" fmla="*/ 277790 w 590550"/>
              <a:gd name="T59" fmla="*/ 125683 h 741044"/>
              <a:gd name="T60" fmla="*/ 295531 w 590550"/>
              <a:gd name="T61" fmla="*/ 127314 h 741044"/>
              <a:gd name="T62" fmla="*/ 338209 w 590550"/>
              <a:gd name="T63" fmla="*/ 137989 h 741044"/>
              <a:gd name="T64" fmla="*/ 373949 w 590550"/>
              <a:gd name="T65" fmla="*/ 162849 h 741044"/>
              <a:gd name="T66" fmla="*/ 391190 w 590550"/>
              <a:gd name="T67" fmla="*/ 197285 h 741044"/>
              <a:gd name="T68" fmla="*/ 394574 w 590550"/>
              <a:gd name="T69" fmla="*/ 226160 h 741044"/>
              <a:gd name="T70" fmla="*/ 394273 w 590550"/>
              <a:gd name="T71" fmla="*/ 237885 h 741044"/>
              <a:gd name="T72" fmla="*/ 386752 w 590550"/>
              <a:gd name="T73" fmla="*/ 278787 h 741044"/>
              <a:gd name="T74" fmla="*/ 362694 w 590550"/>
              <a:gd name="T75" fmla="*/ 310040 h 741044"/>
              <a:gd name="T76" fmla="*/ 319113 w 590550"/>
              <a:gd name="T77" fmla="*/ 328887 h 741044"/>
              <a:gd name="T78" fmla="*/ 271070 w 590550"/>
              <a:gd name="T79" fmla="*/ 333623 h 741044"/>
              <a:gd name="T80" fmla="*/ 531128 w 590550"/>
              <a:gd name="T81" fmla="*/ 333623 h 741044"/>
              <a:gd name="T82" fmla="*/ 537552 w 590550"/>
              <a:gd name="T83" fmla="*/ 319288 h 741044"/>
              <a:gd name="T84" fmla="*/ 545547 w 590550"/>
              <a:gd name="T85" fmla="*/ 290717 h 741044"/>
              <a:gd name="T86" fmla="*/ 550234 w 590550"/>
              <a:gd name="T87" fmla="*/ 259137 h 741044"/>
              <a:gd name="T88" fmla="*/ 551763 w 590550"/>
              <a:gd name="T89" fmla="*/ 224548 h 741044"/>
              <a:gd name="T90" fmla="*/ 550887 w 590550"/>
              <a:gd name="T91" fmla="*/ 205274 h 741044"/>
              <a:gd name="T92" fmla="*/ 548357 w 590550"/>
              <a:gd name="T93" fmla="*/ 185851 h 741044"/>
              <a:gd name="T94" fmla="*/ 544324 w 590550"/>
              <a:gd name="T95" fmla="*/ 166127 h 741044"/>
              <a:gd name="T96" fmla="*/ 538936 w 590550"/>
              <a:gd name="T97" fmla="*/ 145953 h 741044"/>
              <a:gd name="T98" fmla="*/ 531467 w 590550"/>
              <a:gd name="T99" fmla="*/ 127012 h 741044"/>
              <a:gd name="T100" fmla="*/ 530409 w 590550"/>
              <a:gd name="T101" fmla="*/ 125106 h 7410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0550" h="741044">
                <a:moveTo>
                  <a:pt x="261447" y="0"/>
                </a:moveTo>
                <a:lnTo>
                  <a:pt x="0" y="0"/>
                </a:lnTo>
                <a:lnTo>
                  <a:pt x="0" y="741024"/>
                </a:lnTo>
                <a:lnTo>
                  <a:pt x="152372" y="741024"/>
                </a:lnTo>
                <a:lnTo>
                  <a:pt x="152372" y="461944"/>
                </a:lnTo>
                <a:lnTo>
                  <a:pt x="456412" y="461944"/>
                </a:lnTo>
                <a:lnTo>
                  <a:pt x="439484" y="426646"/>
                </a:lnTo>
                <a:lnTo>
                  <a:pt x="467455" y="408906"/>
                </a:lnTo>
                <a:lnTo>
                  <a:pt x="491214" y="389359"/>
                </a:lnTo>
                <a:lnTo>
                  <a:pt x="510761" y="368007"/>
                </a:lnTo>
                <a:lnTo>
                  <a:pt x="526099" y="344848"/>
                </a:lnTo>
                <a:lnTo>
                  <a:pt x="531128" y="333623"/>
                </a:lnTo>
                <a:lnTo>
                  <a:pt x="150770" y="333623"/>
                </a:lnTo>
                <a:lnTo>
                  <a:pt x="150770" y="125106"/>
                </a:lnTo>
                <a:lnTo>
                  <a:pt x="530409" y="125106"/>
                </a:lnTo>
                <a:lnTo>
                  <a:pt x="521290" y="108668"/>
                </a:lnTo>
                <a:lnTo>
                  <a:pt x="494016" y="73777"/>
                </a:lnTo>
                <a:lnTo>
                  <a:pt x="456527" y="43708"/>
                </a:lnTo>
                <a:lnTo>
                  <a:pt x="405799" y="20847"/>
                </a:lnTo>
                <a:lnTo>
                  <a:pt x="340840" y="5012"/>
                </a:lnTo>
                <a:lnTo>
                  <a:pt x="302947" y="1228"/>
                </a:lnTo>
                <a:lnTo>
                  <a:pt x="261447" y="0"/>
                </a:lnTo>
                <a:close/>
              </a:path>
              <a:path w="590550" h="741044">
                <a:moveTo>
                  <a:pt x="456412" y="461944"/>
                </a:moveTo>
                <a:lnTo>
                  <a:pt x="298336" y="461944"/>
                </a:lnTo>
                <a:lnTo>
                  <a:pt x="423442" y="741024"/>
                </a:lnTo>
                <a:lnTo>
                  <a:pt x="590254" y="741024"/>
                </a:lnTo>
                <a:lnTo>
                  <a:pt x="456412" y="461944"/>
                </a:lnTo>
                <a:close/>
              </a:path>
              <a:path w="590550" h="741044">
                <a:moveTo>
                  <a:pt x="530409" y="125106"/>
                </a:moveTo>
                <a:lnTo>
                  <a:pt x="258243" y="125106"/>
                </a:lnTo>
                <a:lnTo>
                  <a:pt x="277790" y="125683"/>
                </a:lnTo>
                <a:lnTo>
                  <a:pt x="295531" y="127314"/>
                </a:lnTo>
                <a:lnTo>
                  <a:pt x="338209" y="137989"/>
                </a:lnTo>
                <a:lnTo>
                  <a:pt x="373949" y="162849"/>
                </a:lnTo>
                <a:lnTo>
                  <a:pt x="391190" y="197285"/>
                </a:lnTo>
                <a:lnTo>
                  <a:pt x="394574" y="226160"/>
                </a:lnTo>
                <a:lnTo>
                  <a:pt x="394273" y="237885"/>
                </a:lnTo>
                <a:lnTo>
                  <a:pt x="386752" y="278787"/>
                </a:lnTo>
                <a:lnTo>
                  <a:pt x="362694" y="310040"/>
                </a:lnTo>
                <a:lnTo>
                  <a:pt x="319113" y="328887"/>
                </a:lnTo>
                <a:lnTo>
                  <a:pt x="271070" y="333623"/>
                </a:lnTo>
                <a:lnTo>
                  <a:pt x="531128" y="333623"/>
                </a:lnTo>
                <a:lnTo>
                  <a:pt x="537552" y="319288"/>
                </a:lnTo>
                <a:lnTo>
                  <a:pt x="545547" y="290717"/>
                </a:lnTo>
                <a:lnTo>
                  <a:pt x="550234" y="259137"/>
                </a:lnTo>
                <a:lnTo>
                  <a:pt x="551763" y="224548"/>
                </a:lnTo>
                <a:lnTo>
                  <a:pt x="550887" y="205274"/>
                </a:lnTo>
                <a:lnTo>
                  <a:pt x="548357" y="185851"/>
                </a:lnTo>
                <a:lnTo>
                  <a:pt x="544324" y="166127"/>
                </a:lnTo>
                <a:lnTo>
                  <a:pt x="538936" y="145953"/>
                </a:lnTo>
                <a:lnTo>
                  <a:pt x="531467" y="127012"/>
                </a:lnTo>
                <a:lnTo>
                  <a:pt x="530409" y="125106"/>
                </a:lnTo>
                <a:close/>
              </a:path>
            </a:pathLst>
          </a:custGeom>
          <a:solidFill>
            <a:srgbClr val="0F1D3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7177" name="object 15">
            <a:extLst>
              <a:ext uri="{FF2B5EF4-FFF2-40B4-BE49-F238E27FC236}">
                <a16:creationId xmlns:a16="http://schemas.microsoft.com/office/drawing/2014/main" id="{D4D8F0FF-526C-42DB-92C8-EBCB999AC1EF}"/>
              </a:ext>
            </a:extLst>
          </p:cNvPr>
          <p:cNvSpPr>
            <a:spLocks/>
          </p:cNvSpPr>
          <p:nvPr/>
        </p:nvSpPr>
        <p:spPr bwMode="auto">
          <a:xfrm>
            <a:off x="3163888" y="1531938"/>
            <a:ext cx="708025" cy="781050"/>
          </a:xfrm>
          <a:custGeom>
            <a:avLst/>
            <a:gdLst>
              <a:gd name="T0" fmla="*/ 314497 w 707389"/>
              <a:gd name="T1" fmla="*/ 1779 h 779780"/>
              <a:gd name="T2" fmla="*/ 206904 w 707389"/>
              <a:gd name="T3" fmla="*/ 27266 h 779780"/>
              <a:gd name="T4" fmla="*/ 94625 w 707389"/>
              <a:gd name="T5" fmla="*/ 105860 h 779780"/>
              <a:gd name="T6" fmla="*/ 24051 w 707389"/>
              <a:gd name="T7" fmla="*/ 227762 h 779780"/>
              <a:gd name="T8" fmla="*/ 6010 w 707389"/>
              <a:gd name="T9" fmla="*/ 303955 h 779780"/>
              <a:gd name="T10" fmla="*/ 0 w 707389"/>
              <a:gd name="T11" fmla="*/ 389768 h 779780"/>
              <a:gd name="T12" fmla="*/ 6010 w 707389"/>
              <a:gd name="T13" fmla="*/ 475575 h 779780"/>
              <a:gd name="T14" fmla="*/ 24051 w 707389"/>
              <a:gd name="T15" fmla="*/ 551763 h 779780"/>
              <a:gd name="T16" fmla="*/ 94625 w 707389"/>
              <a:gd name="T17" fmla="*/ 673665 h 779780"/>
              <a:gd name="T18" fmla="*/ 205302 w 707389"/>
              <a:gd name="T19" fmla="*/ 752259 h 779780"/>
              <a:gd name="T20" fmla="*/ 313797 w 707389"/>
              <a:gd name="T21" fmla="*/ 777746 h 779780"/>
              <a:gd name="T22" fmla="*/ 395374 w 707389"/>
              <a:gd name="T23" fmla="*/ 777746 h 779780"/>
              <a:gd name="T24" fmla="*/ 503639 w 707389"/>
              <a:gd name="T25" fmla="*/ 752259 h 779780"/>
              <a:gd name="T26" fmla="*/ 614316 w 707389"/>
              <a:gd name="T27" fmla="*/ 673665 h 779780"/>
              <a:gd name="T28" fmla="*/ 352868 w 707389"/>
              <a:gd name="T29" fmla="*/ 646399 h 779780"/>
              <a:gd name="T30" fmla="*/ 267254 w 707389"/>
              <a:gd name="T31" fmla="*/ 629755 h 779780"/>
              <a:gd name="T32" fmla="*/ 206904 w 707389"/>
              <a:gd name="T33" fmla="*/ 580631 h 779780"/>
              <a:gd name="T34" fmla="*/ 170816 w 707389"/>
              <a:gd name="T35" fmla="*/ 499033 h 779780"/>
              <a:gd name="T36" fmla="*/ 158790 w 707389"/>
              <a:gd name="T37" fmla="*/ 389768 h 779780"/>
              <a:gd name="T38" fmla="*/ 170816 w 707389"/>
              <a:gd name="T39" fmla="*/ 281295 h 779780"/>
              <a:gd name="T40" fmla="*/ 206904 w 707389"/>
              <a:gd name="T41" fmla="*/ 200496 h 779780"/>
              <a:gd name="T42" fmla="*/ 267254 w 707389"/>
              <a:gd name="T43" fmla="*/ 149970 h 779780"/>
              <a:gd name="T44" fmla="*/ 352868 w 707389"/>
              <a:gd name="T45" fmla="*/ 133126 h 779780"/>
              <a:gd name="T46" fmla="*/ 635692 w 707389"/>
              <a:gd name="T47" fmla="*/ 132577 h 779780"/>
              <a:gd name="T48" fmla="*/ 534916 w 707389"/>
              <a:gd name="T49" fmla="*/ 42027 h 779780"/>
              <a:gd name="T50" fmla="*/ 395149 w 707389"/>
              <a:gd name="T51" fmla="*/ 1779 h 779780"/>
              <a:gd name="T52" fmla="*/ 636037 w 707389"/>
              <a:gd name="T53" fmla="*/ 133126 h 779780"/>
              <a:gd name="T54" fmla="*/ 398909 w 707389"/>
              <a:gd name="T55" fmla="*/ 137337 h 779780"/>
              <a:gd name="T56" fmla="*/ 471735 w 707389"/>
              <a:gd name="T57" fmla="*/ 171023 h 779780"/>
              <a:gd name="T58" fmla="*/ 519876 w 707389"/>
              <a:gd name="T59" fmla="*/ 237512 h 779780"/>
              <a:gd name="T60" fmla="*/ 543938 w 707389"/>
              <a:gd name="T61" fmla="*/ 331996 h 779780"/>
              <a:gd name="T62" fmla="*/ 543938 w 707389"/>
              <a:gd name="T63" fmla="*/ 448459 h 779780"/>
              <a:gd name="T64" fmla="*/ 519876 w 707389"/>
              <a:gd name="T65" fmla="*/ 543591 h 779780"/>
              <a:gd name="T66" fmla="*/ 471735 w 707389"/>
              <a:gd name="T67" fmla="*/ 609178 h 779780"/>
              <a:gd name="T68" fmla="*/ 398909 w 707389"/>
              <a:gd name="T69" fmla="*/ 642213 h 779780"/>
              <a:gd name="T70" fmla="*/ 636186 w 707389"/>
              <a:gd name="T71" fmla="*/ 646399 h 779780"/>
              <a:gd name="T72" fmla="*/ 693815 w 707389"/>
              <a:gd name="T73" fmla="*/ 514723 h 779780"/>
              <a:gd name="T74" fmla="*/ 705846 w 707389"/>
              <a:gd name="T75" fmla="*/ 434023 h 779780"/>
              <a:gd name="T76" fmla="*/ 705846 w 707389"/>
              <a:gd name="T77" fmla="*/ 346184 h 779780"/>
              <a:gd name="T78" fmla="*/ 693815 w 707389"/>
              <a:gd name="T79" fmla="*/ 265032 h 779780"/>
              <a:gd name="T80" fmla="*/ 654213 w 707389"/>
              <a:gd name="T81" fmla="*/ 162001 h 7797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07389" h="779780">
                <a:moveTo>
                  <a:pt x="354470" y="0"/>
                </a:moveTo>
                <a:lnTo>
                  <a:pt x="314497" y="1779"/>
                </a:lnTo>
                <a:lnTo>
                  <a:pt x="276478" y="7016"/>
                </a:lnTo>
                <a:lnTo>
                  <a:pt x="206904" y="27266"/>
                </a:lnTo>
                <a:lnTo>
                  <a:pt x="145354" y="61148"/>
                </a:lnTo>
                <a:lnTo>
                  <a:pt x="94625" y="105860"/>
                </a:lnTo>
                <a:lnTo>
                  <a:pt x="53927" y="161396"/>
                </a:lnTo>
                <a:lnTo>
                  <a:pt x="24051" y="227762"/>
                </a:lnTo>
                <a:lnTo>
                  <a:pt x="13526" y="264807"/>
                </a:lnTo>
                <a:lnTo>
                  <a:pt x="6010" y="303955"/>
                </a:lnTo>
                <a:lnTo>
                  <a:pt x="1502" y="345508"/>
                </a:lnTo>
                <a:lnTo>
                  <a:pt x="0" y="389768"/>
                </a:lnTo>
                <a:lnTo>
                  <a:pt x="1502" y="434023"/>
                </a:lnTo>
                <a:lnTo>
                  <a:pt x="6010" y="475575"/>
                </a:lnTo>
                <a:lnTo>
                  <a:pt x="13526" y="514723"/>
                </a:lnTo>
                <a:lnTo>
                  <a:pt x="24051" y="551763"/>
                </a:lnTo>
                <a:lnTo>
                  <a:pt x="53927" y="617524"/>
                </a:lnTo>
                <a:lnTo>
                  <a:pt x="94625" y="673665"/>
                </a:lnTo>
                <a:lnTo>
                  <a:pt x="145153" y="719578"/>
                </a:lnTo>
                <a:lnTo>
                  <a:pt x="205302" y="752259"/>
                </a:lnTo>
                <a:lnTo>
                  <a:pt x="275677" y="772509"/>
                </a:lnTo>
                <a:lnTo>
                  <a:pt x="313797" y="777746"/>
                </a:lnTo>
                <a:lnTo>
                  <a:pt x="354470" y="779526"/>
                </a:lnTo>
                <a:lnTo>
                  <a:pt x="395374" y="777746"/>
                </a:lnTo>
                <a:lnTo>
                  <a:pt x="433868" y="772509"/>
                </a:lnTo>
                <a:lnTo>
                  <a:pt x="503639" y="752259"/>
                </a:lnTo>
                <a:lnTo>
                  <a:pt x="563787" y="718377"/>
                </a:lnTo>
                <a:lnTo>
                  <a:pt x="614316" y="673665"/>
                </a:lnTo>
                <a:lnTo>
                  <a:pt x="636186" y="646399"/>
                </a:lnTo>
                <a:lnTo>
                  <a:pt x="352868" y="646399"/>
                </a:lnTo>
                <a:lnTo>
                  <a:pt x="306827" y="642213"/>
                </a:lnTo>
                <a:lnTo>
                  <a:pt x="267254" y="629755"/>
                </a:lnTo>
                <a:lnTo>
                  <a:pt x="233997" y="609178"/>
                </a:lnTo>
                <a:lnTo>
                  <a:pt x="206904" y="580631"/>
                </a:lnTo>
                <a:lnTo>
                  <a:pt x="185851" y="543365"/>
                </a:lnTo>
                <a:lnTo>
                  <a:pt x="170816" y="499033"/>
                </a:lnTo>
                <a:lnTo>
                  <a:pt x="161797" y="447783"/>
                </a:lnTo>
                <a:lnTo>
                  <a:pt x="158790" y="389768"/>
                </a:lnTo>
                <a:lnTo>
                  <a:pt x="161797" y="331996"/>
                </a:lnTo>
                <a:lnTo>
                  <a:pt x="170816" y="281295"/>
                </a:lnTo>
                <a:lnTo>
                  <a:pt x="185851" y="237512"/>
                </a:lnTo>
                <a:lnTo>
                  <a:pt x="206904" y="200496"/>
                </a:lnTo>
                <a:lnTo>
                  <a:pt x="233997" y="171023"/>
                </a:lnTo>
                <a:lnTo>
                  <a:pt x="267254" y="149970"/>
                </a:lnTo>
                <a:lnTo>
                  <a:pt x="306827" y="137337"/>
                </a:lnTo>
                <a:lnTo>
                  <a:pt x="352868" y="133126"/>
                </a:lnTo>
                <a:lnTo>
                  <a:pt x="636037" y="133126"/>
                </a:lnTo>
                <a:lnTo>
                  <a:pt x="635692" y="132577"/>
                </a:lnTo>
                <a:lnTo>
                  <a:pt x="590254" y="81174"/>
                </a:lnTo>
                <a:lnTo>
                  <a:pt x="534916" y="42027"/>
                </a:lnTo>
                <a:lnTo>
                  <a:pt x="469280" y="15562"/>
                </a:lnTo>
                <a:lnTo>
                  <a:pt x="395149" y="1779"/>
                </a:lnTo>
                <a:lnTo>
                  <a:pt x="354470" y="0"/>
                </a:lnTo>
                <a:close/>
              </a:path>
              <a:path w="707389" h="779780">
                <a:moveTo>
                  <a:pt x="636037" y="133126"/>
                </a:moveTo>
                <a:lnTo>
                  <a:pt x="352868" y="133126"/>
                </a:lnTo>
                <a:lnTo>
                  <a:pt x="398909" y="137337"/>
                </a:lnTo>
                <a:lnTo>
                  <a:pt x="438481" y="149970"/>
                </a:lnTo>
                <a:lnTo>
                  <a:pt x="471735" y="171023"/>
                </a:lnTo>
                <a:lnTo>
                  <a:pt x="498822" y="200496"/>
                </a:lnTo>
                <a:lnTo>
                  <a:pt x="519876" y="237512"/>
                </a:lnTo>
                <a:lnTo>
                  <a:pt x="534915" y="281295"/>
                </a:lnTo>
                <a:lnTo>
                  <a:pt x="543938" y="331996"/>
                </a:lnTo>
                <a:lnTo>
                  <a:pt x="546946" y="389768"/>
                </a:lnTo>
                <a:lnTo>
                  <a:pt x="543938" y="448459"/>
                </a:lnTo>
                <a:lnTo>
                  <a:pt x="534915" y="499634"/>
                </a:lnTo>
                <a:lnTo>
                  <a:pt x="519876" y="543591"/>
                </a:lnTo>
                <a:lnTo>
                  <a:pt x="498822" y="580631"/>
                </a:lnTo>
                <a:lnTo>
                  <a:pt x="471735" y="609178"/>
                </a:lnTo>
                <a:lnTo>
                  <a:pt x="438481" y="629755"/>
                </a:lnTo>
                <a:lnTo>
                  <a:pt x="398909" y="642213"/>
                </a:lnTo>
                <a:lnTo>
                  <a:pt x="352868" y="646399"/>
                </a:lnTo>
                <a:lnTo>
                  <a:pt x="636186" y="646399"/>
                </a:lnTo>
                <a:lnTo>
                  <a:pt x="670028" y="586375"/>
                </a:lnTo>
                <a:lnTo>
                  <a:pt x="693815" y="514723"/>
                </a:lnTo>
                <a:lnTo>
                  <a:pt x="701334" y="475575"/>
                </a:lnTo>
                <a:lnTo>
                  <a:pt x="705846" y="434023"/>
                </a:lnTo>
                <a:lnTo>
                  <a:pt x="707350" y="389768"/>
                </a:lnTo>
                <a:lnTo>
                  <a:pt x="705846" y="346184"/>
                </a:lnTo>
                <a:lnTo>
                  <a:pt x="701334" y="304556"/>
                </a:lnTo>
                <a:lnTo>
                  <a:pt x="693815" y="265032"/>
                </a:lnTo>
                <a:lnTo>
                  <a:pt x="683288" y="227762"/>
                </a:lnTo>
                <a:lnTo>
                  <a:pt x="654213" y="162001"/>
                </a:lnTo>
                <a:lnTo>
                  <a:pt x="636037" y="133126"/>
                </a:lnTo>
                <a:close/>
              </a:path>
            </a:pathLst>
          </a:custGeom>
          <a:solidFill>
            <a:srgbClr val="0F1D3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7178" name="object 16">
            <a:extLst>
              <a:ext uri="{FF2B5EF4-FFF2-40B4-BE49-F238E27FC236}">
                <a16:creationId xmlns:a16="http://schemas.microsoft.com/office/drawing/2014/main" id="{5727F593-5C3A-EBC4-5222-66B1EE447524}"/>
              </a:ext>
            </a:extLst>
          </p:cNvPr>
          <p:cNvSpPr>
            <a:spLocks/>
          </p:cNvSpPr>
          <p:nvPr/>
        </p:nvSpPr>
        <p:spPr bwMode="auto">
          <a:xfrm>
            <a:off x="4368800" y="1868488"/>
            <a:ext cx="2405063" cy="114300"/>
          </a:xfrm>
          <a:custGeom>
            <a:avLst/>
            <a:gdLst>
              <a:gd name="T0" fmla="*/ 2404345 w 2404745"/>
              <a:gd name="T1" fmla="*/ 0 h 114300"/>
              <a:gd name="T2" fmla="*/ 0 w 2404745"/>
              <a:gd name="T3" fmla="*/ 0 h 114300"/>
              <a:gd name="T4" fmla="*/ 0 w 2404745"/>
              <a:gd name="T5" fmla="*/ 113881 h 114300"/>
              <a:gd name="T6" fmla="*/ 2404345 w 2404745"/>
              <a:gd name="T7" fmla="*/ 113881 h 114300"/>
              <a:gd name="T8" fmla="*/ 2404345 w 2404745"/>
              <a:gd name="T9" fmla="*/ 0 h 114300"/>
            </a:gdLst>
            <a:ahLst/>
            <a:cxnLst>
              <a:cxn ang="0">
                <a:pos x="T0" y="T1"/>
              </a:cxn>
              <a:cxn ang="0">
                <a:pos x="T2" y="T3"/>
              </a:cxn>
              <a:cxn ang="0">
                <a:pos x="T4" y="T5"/>
              </a:cxn>
              <a:cxn ang="0">
                <a:pos x="T6" y="T7"/>
              </a:cxn>
              <a:cxn ang="0">
                <a:pos x="T8" y="T9"/>
              </a:cxn>
            </a:cxnLst>
            <a:rect l="0" t="0" r="r" b="b"/>
            <a:pathLst>
              <a:path w="2404745" h="114300">
                <a:moveTo>
                  <a:pt x="2404345" y="0"/>
                </a:moveTo>
                <a:lnTo>
                  <a:pt x="0" y="0"/>
                </a:lnTo>
                <a:lnTo>
                  <a:pt x="0" y="113881"/>
                </a:lnTo>
                <a:lnTo>
                  <a:pt x="2404345" y="113881"/>
                </a:lnTo>
                <a:lnTo>
                  <a:pt x="240434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7179" name="object 17">
            <a:extLst>
              <a:ext uri="{FF2B5EF4-FFF2-40B4-BE49-F238E27FC236}">
                <a16:creationId xmlns:a16="http://schemas.microsoft.com/office/drawing/2014/main" id="{DA7E01A1-108B-9B34-FACA-9B960B9F65B2}"/>
              </a:ext>
            </a:extLst>
          </p:cNvPr>
          <p:cNvSpPr>
            <a:spLocks/>
          </p:cNvSpPr>
          <p:nvPr/>
        </p:nvSpPr>
        <p:spPr bwMode="auto">
          <a:xfrm>
            <a:off x="2206625" y="2797175"/>
            <a:ext cx="1662113" cy="114300"/>
          </a:xfrm>
          <a:custGeom>
            <a:avLst/>
            <a:gdLst>
              <a:gd name="T0" fmla="*/ 1661708 w 1661795"/>
              <a:gd name="T1" fmla="*/ 0 h 114300"/>
              <a:gd name="T2" fmla="*/ 0 w 1661795"/>
              <a:gd name="T3" fmla="*/ 0 h 114300"/>
              <a:gd name="T4" fmla="*/ 0 w 1661795"/>
              <a:gd name="T5" fmla="*/ 113881 h 114300"/>
              <a:gd name="T6" fmla="*/ 1661708 w 1661795"/>
              <a:gd name="T7" fmla="*/ 113881 h 114300"/>
              <a:gd name="T8" fmla="*/ 1661708 w 1661795"/>
              <a:gd name="T9" fmla="*/ 0 h 114300"/>
            </a:gdLst>
            <a:ahLst/>
            <a:cxnLst>
              <a:cxn ang="0">
                <a:pos x="T0" y="T1"/>
              </a:cxn>
              <a:cxn ang="0">
                <a:pos x="T2" y="T3"/>
              </a:cxn>
              <a:cxn ang="0">
                <a:pos x="T4" y="T5"/>
              </a:cxn>
              <a:cxn ang="0">
                <a:pos x="T6" y="T7"/>
              </a:cxn>
              <a:cxn ang="0">
                <a:pos x="T8" y="T9"/>
              </a:cxn>
            </a:cxnLst>
            <a:rect l="0" t="0" r="r" b="b"/>
            <a:pathLst>
              <a:path w="1661795" h="114300">
                <a:moveTo>
                  <a:pt x="1661708" y="0"/>
                </a:moveTo>
                <a:lnTo>
                  <a:pt x="0" y="0"/>
                </a:lnTo>
                <a:lnTo>
                  <a:pt x="0" y="113881"/>
                </a:lnTo>
                <a:lnTo>
                  <a:pt x="1661708" y="113881"/>
                </a:lnTo>
                <a:lnTo>
                  <a:pt x="1661708"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18" name="object 18">
            <a:extLst>
              <a:ext uri="{FF2B5EF4-FFF2-40B4-BE49-F238E27FC236}">
                <a16:creationId xmlns:a16="http://schemas.microsoft.com/office/drawing/2014/main" id="{5ABBD356-6D17-8B51-C1FD-E79939B94A06}"/>
              </a:ext>
            </a:extLst>
          </p:cNvPr>
          <p:cNvSpPr txBox="1">
            <a:spLocks noGrp="1"/>
          </p:cNvSpPr>
          <p:nvPr>
            <p:ph type="title"/>
          </p:nvPr>
        </p:nvSpPr>
        <p:spPr>
          <a:xfrm>
            <a:off x="4297363" y="3592513"/>
            <a:ext cx="2554287" cy="720725"/>
          </a:xfrm>
        </p:spPr>
        <p:txBody>
          <a:bodyPr tIns="12065" rtlCol="0"/>
          <a:lstStyle/>
          <a:p>
            <a:pPr marL="12700" eaLnBrk="1" fontAlgn="auto" hangingPunct="1">
              <a:spcBef>
                <a:spcPts val="95"/>
              </a:spcBef>
              <a:spcAft>
                <a:spcPts val="0"/>
              </a:spcAft>
              <a:defRPr/>
            </a:pPr>
            <a:r>
              <a:rPr sz="4600" dirty="0">
                <a:solidFill>
                  <a:srgbClr val="0F1D34"/>
                </a:solidFill>
                <a:latin typeface="+mj-lt"/>
                <a:cs typeface="Open Sans"/>
              </a:rPr>
              <a:t>IT </a:t>
            </a:r>
            <a:r>
              <a:rPr sz="4600" spc="-10" dirty="0">
                <a:solidFill>
                  <a:srgbClr val="0F1D34"/>
                </a:solidFill>
                <a:latin typeface="+mj-lt"/>
                <a:cs typeface="Open Sans"/>
              </a:rPr>
              <a:t>Services</a:t>
            </a:r>
            <a:endParaRPr sz="4600" dirty="0">
              <a:latin typeface="+mj-lt"/>
              <a:cs typeface="Open Sans"/>
            </a:endParaRPr>
          </a:p>
        </p:txBody>
      </p:sp>
      <p:sp>
        <p:nvSpPr>
          <p:cNvPr id="19" name="object 19">
            <a:extLst>
              <a:ext uri="{FF2B5EF4-FFF2-40B4-BE49-F238E27FC236}">
                <a16:creationId xmlns:a16="http://schemas.microsoft.com/office/drawing/2014/main" id="{D42101D0-02A1-39D0-DDCA-FD9E75515271}"/>
              </a:ext>
            </a:extLst>
          </p:cNvPr>
          <p:cNvSpPr txBox="1"/>
          <p:nvPr/>
        </p:nvSpPr>
        <p:spPr>
          <a:xfrm>
            <a:off x="13362442" y="7364313"/>
            <a:ext cx="6491287" cy="1721049"/>
          </a:xfrm>
          <a:prstGeom prst="rect">
            <a:avLst/>
          </a:prstGeom>
        </p:spPr>
        <p:txBody>
          <a:bodyPr wrap="square" lIns="0" tIns="158115" rIns="0" bIns="0" anchor="t">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ts val="5425"/>
              </a:lnSpc>
              <a:spcBef>
                <a:spcPts val="1250"/>
              </a:spcBef>
            </a:pPr>
            <a:r>
              <a:rPr lang="en-US" altLang="en-US" sz="5400" b="1" dirty="0">
                <a:solidFill>
                  <a:srgbClr val="0F1D34"/>
                </a:solidFill>
                <a:latin typeface="Calibri"/>
                <a:ea typeface="Calibri"/>
                <a:cs typeface="Calibri"/>
              </a:rPr>
              <a:t>AI Workshop</a:t>
            </a:r>
          </a:p>
          <a:p>
            <a:pPr eaLnBrk="1" hangingPunct="1">
              <a:lnSpc>
                <a:spcPts val="5425"/>
              </a:lnSpc>
              <a:spcBef>
                <a:spcPts val="1250"/>
              </a:spcBef>
            </a:pPr>
            <a:r>
              <a:rPr lang="en-US" altLang="en-US" sz="5400" b="1" dirty="0">
                <a:solidFill>
                  <a:srgbClr val="0F1D34"/>
                </a:solidFill>
                <a:latin typeface="Calibri"/>
                <a:ea typeface="Calibri"/>
                <a:cs typeface="Calibri"/>
              </a:rPr>
              <a:t>Fundamentos de IA</a:t>
            </a:r>
            <a:endParaRPr lang="en-US" altLang="en-US" sz="5400" b="1" dirty="0">
              <a:solidFill>
                <a:srgbClr val="0F1D34"/>
              </a:solidFill>
              <a:latin typeface="Calibri" panose="020F0502020204030204" pitchFamily="34" charset="0"/>
              <a:ea typeface="Calibri"/>
              <a:cs typeface="Calibri" panose="020F0502020204030204" pitchFamily="34" charset="0"/>
            </a:endParaRPr>
          </a:p>
        </p:txBody>
      </p:sp>
      <p:sp>
        <p:nvSpPr>
          <p:cNvPr id="20" name="object 20">
            <a:extLst>
              <a:ext uri="{FF2B5EF4-FFF2-40B4-BE49-F238E27FC236}">
                <a16:creationId xmlns:a16="http://schemas.microsoft.com/office/drawing/2014/main" id="{984C6C8C-1627-7818-39F4-4898075C3625}"/>
              </a:ext>
            </a:extLst>
          </p:cNvPr>
          <p:cNvSpPr txBox="1"/>
          <p:nvPr/>
        </p:nvSpPr>
        <p:spPr>
          <a:xfrm>
            <a:off x="13390563" y="9613900"/>
            <a:ext cx="847725" cy="457200"/>
          </a:xfrm>
          <a:prstGeom prst="rect">
            <a:avLst/>
          </a:prstGeom>
        </p:spPr>
        <p:txBody>
          <a:bodyPr lIns="0" tIns="16510" rIns="0" bIns="0" anchor="t">
            <a:spAutoFit/>
          </a:bodyPr>
          <a:lstStyle/>
          <a:p>
            <a:pPr marL="12700">
              <a:spcBef>
                <a:spcPts val="130"/>
              </a:spcBef>
              <a:spcAft>
                <a:spcPts val="0"/>
              </a:spcAft>
              <a:defRPr/>
            </a:pPr>
            <a:r>
              <a:rPr lang="en-US" sz="2800" kern="0" spc="-20" dirty="0">
                <a:solidFill>
                  <a:srgbClr val="0F1D34"/>
                </a:solidFill>
                <a:latin typeface="Calibri"/>
                <a:ea typeface="Calibri"/>
                <a:cs typeface="Calibri"/>
              </a:rPr>
              <a:t>2026</a:t>
            </a:r>
            <a:endParaRPr lang="en-US" dirty="0"/>
          </a:p>
        </p:txBody>
      </p:sp>
      <p:sp>
        <p:nvSpPr>
          <p:cNvPr id="7183" name="object 21">
            <a:extLst>
              <a:ext uri="{FF2B5EF4-FFF2-40B4-BE49-F238E27FC236}">
                <a16:creationId xmlns:a16="http://schemas.microsoft.com/office/drawing/2014/main" id="{4658DA9D-B254-0006-0913-A8B12112298A}"/>
              </a:ext>
            </a:extLst>
          </p:cNvPr>
          <p:cNvSpPr>
            <a:spLocks/>
          </p:cNvSpPr>
          <p:nvPr/>
        </p:nvSpPr>
        <p:spPr bwMode="auto">
          <a:xfrm>
            <a:off x="14420850" y="9848850"/>
            <a:ext cx="5683250" cy="0"/>
          </a:xfrm>
          <a:custGeom>
            <a:avLst/>
            <a:gdLst>
              <a:gd name="T0" fmla="*/ 0 w 5683884"/>
              <a:gd name="T1" fmla="*/ 5683376 w 5683884"/>
            </a:gdLst>
            <a:ahLst/>
            <a:cxnLst>
              <a:cxn ang="0">
                <a:pos x="T0" y="0"/>
              </a:cxn>
              <a:cxn ang="0">
                <a:pos x="T1" y="0"/>
              </a:cxn>
            </a:cxnLst>
            <a:rect l="0" t="0" r="r" b="b"/>
            <a:pathLst>
              <a:path w="5683884">
                <a:moveTo>
                  <a:pt x="0" y="0"/>
                </a:moveTo>
                <a:lnTo>
                  <a:pt x="5683376" y="0"/>
                </a:lnTo>
              </a:path>
            </a:pathLst>
          </a:custGeom>
          <a:noFill/>
          <a:ln w="20941">
            <a:solidFill>
              <a:srgbClr val="4FAB72"/>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pic>
        <p:nvPicPr>
          <p:cNvPr id="6" name="Picture 5">
            <a:extLst>
              <a:ext uri="{FF2B5EF4-FFF2-40B4-BE49-F238E27FC236}">
                <a16:creationId xmlns:a16="http://schemas.microsoft.com/office/drawing/2014/main" id="{9EBE2BFB-0C51-12D6-D4A7-A82086EF5B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7650" y="5272087"/>
            <a:ext cx="11430000" cy="35718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220" name="object 31">
            <a:extLst>
              <a:ext uri="{FF2B5EF4-FFF2-40B4-BE49-F238E27FC236}">
                <a16:creationId xmlns:a16="http://schemas.microsoft.com/office/drawing/2014/main" id="{000B0DCF-937C-9F2D-EB45-E0F4E605E3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303CE8B1-9069-70CA-E047-B55369CBDB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9E8A66EB-1F7F-DC95-F028-373EDB3343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3B2CD1A9-36C9-F270-F7F8-D7DE729A9C7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981BD725-8873-8962-53F8-D1CA796B0A5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E50E5E9F-0994-2DAD-3A2A-D6B1188345F3}"/>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FAFF442B-5C97-7E83-464B-D125168C3C2E}"/>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814EFBE5-B3A0-B5A7-D0E8-362A687D18A4}"/>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FDFBB467-88E8-1B67-58FE-C068837A1BB2}"/>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AED43A64-C209-98B2-2E83-1603C6D6233A}"/>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00E356D5-AC17-8639-5F86-1D3750019C07}"/>
              </a:ext>
            </a:extLst>
          </p:cNvPr>
          <p:cNvSpPr txBox="1"/>
          <p:nvPr/>
        </p:nvSpPr>
        <p:spPr>
          <a:xfrm>
            <a:off x="676275" y="382270"/>
            <a:ext cx="18288000" cy="1795363"/>
          </a:xfrm>
          <a:prstGeom prst="rect">
            <a:avLst/>
          </a:prstGeom>
          <a:noFill/>
        </p:spPr>
        <p:txBody>
          <a:bodyPr wrap="square">
            <a:spAutoFit/>
          </a:bodyPr>
          <a:lstStyle/>
          <a:p>
            <a:pPr algn="l"/>
            <a:r>
              <a:rPr sz="8000" b="1" dirty="0" err="1">
                <a:latin typeface="Calibri"/>
              </a:rPr>
              <a:t>Contenidos</a:t>
            </a:r>
            <a:endParaRPr sz="8000" b="1" dirty="0">
              <a:latin typeface="Calibri"/>
            </a:endParaRPr>
          </a:p>
          <a:p>
            <a:pPr algn="l">
              <a:spcBef>
                <a:spcPts val="800"/>
              </a:spcBef>
            </a:pPr>
            <a:r>
              <a:rPr sz="2400" b="0" dirty="0">
                <a:latin typeface="Calibri"/>
              </a:rPr>
              <a:t>AI Workshop  |  </a:t>
            </a:r>
            <a:r>
              <a:rPr sz="2400" b="0" dirty="0" err="1">
                <a:latin typeface="Calibri"/>
              </a:rPr>
              <a:t>Fundamentos</a:t>
            </a:r>
            <a:r>
              <a:rPr sz="2400" b="0" dirty="0">
                <a:latin typeface="Calibri"/>
              </a:rPr>
              <a:t> de IA  |  Romeu IT Services</a:t>
            </a:r>
          </a:p>
        </p:txBody>
      </p:sp>
      <p:sp>
        <p:nvSpPr>
          <p:cNvPr id="3" name="TextBox 2">
            <a:extLst>
              <a:ext uri="{FF2B5EF4-FFF2-40B4-BE49-F238E27FC236}">
                <a16:creationId xmlns:a16="http://schemas.microsoft.com/office/drawing/2014/main" id="{31853091-FDB6-E8C5-79D7-ADBFD48A5A53}"/>
              </a:ext>
            </a:extLst>
          </p:cNvPr>
          <p:cNvSpPr txBox="1"/>
          <p:nvPr/>
        </p:nvSpPr>
        <p:spPr>
          <a:xfrm>
            <a:off x="731520" y="2907903"/>
            <a:ext cx="9509760" cy="892552"/>
          </a:xfrm>
          <a:prstGeom prst="rect">
            <a:avLst/>
          </a:prstGeom>
          <a:noFill/>
        </p:spPr>
        <p:txBody>
          <a:bodyPr wrap="square">
            <a:spAutoFit/>
          </a:bodyPr>
          <a:lstStyle/>
          <a:p>
            <a:pPr algn="l"/>
            <a:r>
              <a:rPr sz="2800" b="1" dirty="0">
                <a:solidFill>
                  <a:srgbClr val="0E1C34"/>
                </a:solidFill>
                <a:latin typeface="Calibri"/>
              </a:rPr>
              <a:t>00  Panorama actual - La IA </a:t>
            </a:r>
            <a:r>
              <a:rPr sz="2800" b="1" dirty="0" err="1">
                <a:solidFill>
                  <a:srgbClr val="0E1C34"/>
                </a:solidFill>
                <a:latin typeface="Calibri"/>
              </a:rPr>
              <a:t>en</a:t>
            </a:r>
            <a:r>
              <a:rPr sz="2800" b="1" dirty="0">
                <a:solidFill>
                  <a:srgbClr val="0E1C34"/>
                </a:solidFill>
                <a:latin typeface="Calibri"/>
              </a:rPr>
              <a:t> 2026</a:t>
            </a:r>
          </a:p>
          <a:p>
            <a:pPr algn="l"/>
            <a:r>
              <a:rPr sz="2400" b="0" dirty="0">
                <a:solidFill>
                  <a:srgbClr val="6B6B8A"/>
                </a:solidFill>
                <a:latin typeface="Calibri"/>
              </a:rPr>
              <a:t>D</a:t>
            </a:r>
            <a:r>
              <a:rPr lang="es-ES" sz="2400" b="0" dirty="0" err="1">
                <a:solidFill>
                  <a:srgbClr val="6B6B8A"/>
                </a:solidFill>
                <a:latin typeface="Calibri"/>
              </a:rPr>
              <a:t>ó</a:t>
            </a:r>
            <a:r>
              <a:rPr sz="2400" b="0" dirty="0" err="1">
                <a:solidFill>
                  <a:srgbClr val="6B6B8A"/>
                </a:solidFill>
                <a:latin typeface="Calibri"/>
              </a:rPr>
              <a:t>nde</a:t>
            </a:r>
            <a:r>
              <a:rPr sz="2400" b="0" dirty="0">
                <a:solidFill>
                  <a:srgbClr val="6B6B8A"/>
                </a:solidFill>
                <a:latin typeface="Calibri"/>
              </a:rPr>
              <a:t> </a:t>
            </a:r>
            <a:r>
              <a:rPr sz="2400" b="0" dirty="0" err="1">
                <a:solidFill>
                  <a:srgbClr val="6B6B8A"/>
                </a:solidFill>
                <a:latin typeface="Calibri"/>
              </a:rPr>
              <a:t>estamos</a:t>
            </a:r>
            <a:r>
              <a:rPr sz="2400" b="0" dirty="0">
                <a:solidFill>
                  <a:srgbClr val="6B6B8A"/>
                </a:solidFill>
                <a:latin typeface="Calibri"/>
              </a:rPr>
              <a:t> y </a:t>
            </a:r>
            <a:r>
              <a:rPr sz="2400" b="0" dirty="0" err="1">
                <a:solidFill>
                  <a:srgbClr val="6B6B8A"/>
                </a:solidFill>
                <a:latin typeface="Calibri"/>
              </a:rPr>
              <a:t>qu</a:t>
            </a:r>
            <a:r>
              <a:rPr lang="es-ES" sz="2400" b="0" dirty="0">
                <a:solidFill>
                  <a:srgbClr val="6B6B8A"/>
                </a:solidFill>
                <a:latin typeface="Calibri"/>
              </a:rPr>
              <a:t>é</a:t>
            </a:r>
            <a:r>
              <a:rPr sz="2400" b="0" dirty="0">
                <a:solidFill>
                  <a:srgbClr val="6B6B8A"/>
                </a:solidFill>
                <a:latin typeface="Calibri"/>
              </a:rPr>
              <a:t> </a:t>
            </a:r>
            <a:r>
              <a:rPr sz="2400" b="0" dirty="0" err="1">
                <a:solidFill>
                  <a:srgbClr val="6B6B8A"/>
                </a:solidFill>
                <a:latin typeface="Calibri"/>
              </a:rPr>
              <a:t>modelos</a:t>
            </a:r>
            <a:r>
              <a:rPr sz="2400" b="0" dirty="0">
                <a:solidFill>
                  <a:srgbClr val="6B6B8A"/>
                </a:solidFill>
                <a:latin typeface="Calibri"/>
              </a:rPr>
              <a:t> </a:t>
            </a:r>
            <a:r>
              <a:rPr sz="2400" b="0" dirty="0" err="1">
                <a:solidFill>
                  <a:srgbClr val="6B6B8A"/>
                </a:solidFill>
                <a:latin typeface="Calibri"/>
              </a:rPr>
              <a:t>usamos</a:t>
            </a:r>
            <a:endParaRPr sz="2400" b="0" dirty="0">
              <a:solidFill>
                <a:srgbClr val="6B6B8A"/>
              </a:solidFill>
              <a:latin typeface="Calibri"/>
            </a:endParaRPr>
          </a:p>
        </p:txBody>
      </p:sp>
      <p:sp>
        <p:nvSpPr>
          <p:cNvPr id="5" name="TextBox 4">
            <a:extLst>
              <a:ext uri="{FF2B5EF4-FFF2-40B4-BE49-F238E27FC236}">
                <a16:creationId xmlns:a16="http://schemas.microsoft.com/office/drawing/2014/main" id="{709F0A00-A484-DFD8-F249-F2E31A03D9CD}"/>
              </a:ext>
            </a:extLst>
          </p:cNvPr>
          <p:cNvSpPr txBox="1"/>
          <p:nvPr/>
        </p:nvSpPr>
        <p:spPr>
          <a:xfrm>
            <a:off x="731520" y="4142343"/>
            <a:ext cx="9509760" cy="892552"/>
          </a:xfrm>
          <a:prstGeom prst="rect">
            <a:avLst/>
          </a:prstGeom>
          <a:noFill/>
        </p:spPr>
        <p:txBody>
          <a:bodyPr wrap="square">
            <a:spAutoFit/>
          </a:bodyPr>
          <a:lstStyle/>
          <a:p>
            <a:pPr algn="l"/>
            <a:r>
              <a:rPr sz="2800" b="1" dirty="0">
                <a:solidFill>
                  <a:srgbClr val="0E1C34"/>
                </a:solidFill>
                <a:latin typeface="Calibri"/>
              </a:rPr>
              <a:t>01  </a:t>
            </a:r>
            <a:r>
              <a:rPr lang="es-ES" sz="2800" b="1" dirty="0">
                <a:solidFill>
                  <a:srgbClr val="0E1C34"/>
                </a:solidFill>
                <a:latin typeface="Calibri"/>
              </a:rPr>
              <a:t>¿</a:t>
            </a:r>
            <a:r>
              <a:rPr sz="2800" b="1" dirty="0">
                <a:solidFill>
                  <a:srgbClr val="0E1C34"/>
                </a:solidFill>
                <a:latin typeface="Calibri"/>
              </a:rPr>
              <a:t>Qu</a:t>
            </a:r>
            <a:r>
              <a:rPr lang="es-ES" sz="2800" b="1" dirty="0">
                <a:solidFill>
                  <a:srgbClr val="0E1C34"/>
                </a:solidFill>
                <a:latin typeface="Calibri"/>
              </a:rPr>
              <a:t>é</a:t>
            </a:r>
            <a:r>
              <a:rPr sz="2800" b="1" dirty="0">
                <a:solidFill>
                  <a:srgbClr val="0E1C34"/>
                </a:solidFill>
                <a:latin typeface="Calibri"/>
              </a:rPr>
              <a:t> es un LLM?</a:t>
            </a:r>
          </a:p>
          <a:p>
            <a:pPr algn="l"/>
            <a:r>
              <a:rPr sz="2400" b="0" dirty="0">
                <a:solidFill>
                  <a:srgbClr val="6B6B8A"/>
                </a:solidFill>
                <a:latin typeface="Calibri"/>
              </a:rPr>
              <a:t>Qu</a:t>
            </a:r>
            <a:r>
              <a:rPr lang="es-ES" sz="2400" b="0" dirty="0">
                <a:solidFill>
                  <a:srgbClr val="6B6B8A"/>
                </a:solidFill>
                <a:latin typeface="Calibri"/>
              </a:rPr>
              <a:t>é</a:t>
            </a:r>
            <a:r>
              <a:rPr sz="2400" b="0" dirty="0">
                <a:solidFill>
                  <a:srgbClr val="6B6B8A"/>
                </a:solidFill>
                <a:latin typeface="Calibri"/>
              </a:rPr>
              <a:t> </a:t>
            </a:r>
            <a:r>
              <a:rPr sz="2400" b="0" dirty="0" err="1">
                <a:solidFill>
                  <a:srgbClr val="6B6B8A"/>
                </a:solidFill>
                <a:latin typeface="Calibri"/>
              </a:rPr>
              <a:t>hace</a:t>
            </a:r>
            <a:r>
              <a:rPr sz="2400" b="0" dirty="0">
                <a:solidFill>
                  <a:srgbClr val="6B6B8A"/>
                </a:solidFill>
                <a:latin typeface="Calibri"/>
              </a:rPr>
              <a:t>, c</a:t>
            </a:r>
            <a:r>
              <a:rPr lang="es-ES" sz="2400" b="0" dirty="0" err="1">
                <a:solidFill>
                  <a:srgbClr val="6B6B8A"/>
                </a:solidFill>
                <a:latin typeface="Calibri"/>
              </a:rPr>
              <a:t>ó</a:t>
            </a:r>
            <a:r>
              <a:rPr sz="2400" b="0" dirty="0" err="1">
                <a:solidFill>
                  <a:srgbClr val="6B6B8A"/>
                </a:solidFill>
                <a:latin typeface="Calibri"/>
              </a:rPr>
              <a:t>mo</a:t>
            </a:r>
            <a:r>
              <a:rPr sz="2400" b="0" dirty="0">
                <a:solidFill>
                  <a:srgbClr val="6B6B8A"/>
                </a:solidFill>
                <a:latin typeface="Calibri"/>
              </a:rPr>
              <a:t> </a:t>
            </a:r>
            <a:r>
              <a:rPr sz="2400" b="0" dirty="0" err="1">
                <a:solidFill>
                  <a:srgbClr val="6B6B8A"/>
                </a:solidFill>
                <a:latin typeface="Calibri"/>
              </a:rPr>
              <a:t>funciona</a:t>
            </a:r>
            <a:r>
              <a:rPr sz="2400" b="0" dirty="0">
                <a:solidFill>
                  <a:srgbClr val="6B6B8A"/>
                </a:solidFill>
                <a:latin typeface="Calibri"/>
              </a:rPr>
              <a:t> y sus l</a:t>
            </a:r>
            <a:r>
              <a:rPr lang="es-ES" sz="2400" b="0" dirty="0">
                <a:solidFill>
                  <a:srgbClr val="6B6B8A"/>
                </a:solidFill>
                <a:latin typeface="Calibri"/>
              </a:rPr>
              <a:t>í</a:t>
            </a:r>
            <a:r>
              <a:rPr sz="2400" b="0" dirty="0">
                <a:solidFill>
                  <a:srgbClr val="6B6B8A"/>
                </a:solidFill>
                <a:latin typeface="Calibri"/>
              </a:rPr>
              <a:t>mites</a:t>
            </a:r>
          </a:p>
        </p:txBody>
      </p:sp>
      <p:sp>
        <p:nvSpPr>
          <p:cNvPr id="6" name="TextBox 5">
            <a:extLst>
              <a:ext uri="{FF2B5EF4-FFF2-40B4-BE49-F238E27FC236}">
                <a16:creationId xmlns:a16="http://schemas.microsoft.com/office/drawing/2014/main" id="{98ACA28C-16A9-8C8D-9D4C-5CCD1FDD154A}"/>
              </a:ext>
            </a:extLst>
          </p:cNvPr>
          <p:cNvSpPr txBox="1"/>
          <p:nvPr/>
        </p:nvSpPr>
        <p:spPr>
          <a:xfrm>
            <a:off x="731520" y="5376783"/>
            <a:ext cx="9509760" cy="892552"/>
          </a:xfrm>
          <a:prstGeom prst="rect">
            <a:avLst/>
          </a:prstGeom>
          <a:noFill/>
        </p:spPr>
        <p:txBody>
          <a:bodyPr wrap="square">
            <a:spAutoFit/>
          </a:bodyPr>
          <a:lstStyle/>
          <a:p>
            <a:pPr algn="l"/>
            <a:r>
              <a:rPr sz="2800" b="1" dirty="0">
                <a:solidFill>
                  <a:srgbClr val="0E1C34"/>
                </a:solidFill>
                <a:latin typeface="Calibri"/>
              </a:rPr>
              <a:t>02  Tokens</a:t>
            </a:r>
          </a:p>
          <a:p>
            <a:pPr algn="l"/>
            <a:r>
              <a:rPr sz="2400" b="0" dirty="0">
                <a:solidFill>
                  <a:srgbClr val="6B6B8A"/>
                </a:solidFill>
                <a:latin typeface="Calibri"/>
              </a:rPr>
              <a:t>La </a:t>
            </a:r>
            <a:r>
              <a:rPr sz="2400" b="0" dirty="0" err="1">
                <a:solidFill>
                  <a:srgbClr val="6B6B8A"/>
                </a:solidFill>
                <a:latin typeface="Calibri"/>
              </a:rPr>
              <a:t>unidad</a:t>
            </a:r>
            <a:r>
              <a:rPr sz="2400" b="0" dirty="0">
                <a:solidFill>
                  <a:srgbClr val="6B6B8A"/>
                </a:solidFill>
                <a:latin typeface="Calibri"/>
              </a:rPr>
              <a:t> b</a:t>
            </a:r>
            <a:r>
              <a:rPr lang="es-ES" sz="2400" b="0" dirty="0">
                <a:solidFill>
                  <a:srgbClr val="6B6B8A"/>
                </a:solidFill>
                <a:latin typeface="Calibri"/>
              </a:rPr>
              <a:t>á</a:t>
            </a:r>
            <a:r>
              <a:rPr sz="2400" b="0" dirty="0" err="1">
                <a:solidFill>
                  <a:srgbClr val="6B6B8A"/>
                </a:solidFill>
                <a:latin typeface="Calibri"/>
              </a:rPr>
              <a:t>sica</a:t>
            </a:r>
            <a:r>
              <a:rPr sz="2400" b="0" dirty="0">
                <a:solidFill>
                  <a:srgbClr val="6B6B8A"/>
                </a:solidFill>
                <a:latin typeface="Calibri"/>
              </a:rPr>
              <a:t> del LLM</a:t>
            </a:r>
          </a:p>
        </p:txBody>
      </p:sp>
      <p:sp>
        <p:nvSpPr>
          <p:cNvPr id="7" name="TextBox 6">
            <a:extLst>
              <a:ext uri="{FF2B5EF4-FFF2-40B4-BE49-F238E27FC236}">
                <a16:creationId xmlns:a16="http://schemas.microsoft.com/office/drawing/2014/main" id="{297889C6-C299-D25F-EE1F-56BE91503025}"/>
              </a:ext>
            </a:extLst>
          </p:cNvPr>
          <p:cNvSpPr txBox="1"/>
          <p:nvPr/>
        </p:nvSpPr>
        <p:spPr>
          <a:xfrm>
            <a:off x="731520" y="6611223"/>
            <a:ext cx="9509760" cy="892552"/>
          </a:xfrm>
          <a:prstGeom prst="rect">
            <a:avLst/>
          </a:prstGeom>
          <a:noFill/>
        </p:spPr>
        <p:txBody>
          <a:bodyPr wrap="square">
            <a:spAutoFit/>
          </a:bodyPr>
          <a:lstStyle/>
          <a:p>
            <a:pPr algn="l"/>
            <a:r>
              <a:rPr sz="2800" b="1" dirty="0">
                <a:solidFill>
                  <a:srgbClr val="0E1C34"/>
                </a:solidFill>
                <a:latin typeface="Calibri"/>
              </a:rPr>
              <a:t>03  </a:t>
            </a:r>
            <a:r>
              <a:rPr lang="es-ES" sz="2800" b="1" dirty="0">
                <a:solidFill>
                  <a:srgbClr val="0E1C34"/>
                </a:solidFill>
                <a:latin typeface="Calibri"/>
              </a:rPr>
              <a:t>Prompts</a:t>
            </a:r>
            <a:endParaRPr sz="2800" b="1" dirty="0">
              <a:solidFill>
                <a:srgbClr val="0E1C34"/>
              </a:solidFill>
              <a:latin typeface="Calibri"/>
            </a:endParaRPr>
          </a:p>
          <a:p>
            <a:pPr algn="l"/>
            <a:r>
              <a:rPr lang="es-ES" sz="2400" dirty="0">
                <a:solidFill>
                  <a:srgbClr val="6B6B8A"/>
                </a:solidFill>
                <a:latin typeface="Calibri"/>
              </a:rPr>
              <a:t>Cómo hablarle al modelo para obtener lo que necesitas</a:t>
            </a:r>
            <a:endParaRPr sz="2400" b="0" dirty="0">
              <a:solidFill>
                <a:srgbClr val="6B6B8A"/>
              </a:solidFill>
              <a:latin typeface="Calibri"/>
            </a:endParaRPr>
          </a:p>
        </p:txBody>
      </p:sp>
      <p:sp>
        <p:nvSpPr>
          <p:cNvPr id="8" name="TextBox 7">
            <a:extLst>
              <a:ext uri="{FF2B5EF4-FFF2-40B4-BE49-F238E27FC236}">
                <a16:creationId xmlns:a16="http://schemas.microsoft.com/office/drawing/2014/main" id="{6DEEFC3D-5E31-E9CA-7BFB-F4F122DF6ED4}"/>
              </a:ext>
            </a:extLst>
          </p:cNvPr>
          <p:cNvSpPr txBox="1"/>
          <p:nvPr/>
        </p:nvSpPr>
        <p:spPr>
          <a:xfrm>
            <a:off x="731520" y="7845663"/>
            <a:ext cx="9509760" cy="892552"/>
          </a:xfrm>
          <a:prstGeom prst="rect">
            <a:avLst/>
          </a:prstGeom>
          <a:noFill/>
        </p:spPr>
        <p:txBody>
          <a:bodyPr wrap="square">
            <a:spAutoFit/>
          </a:bodyPr>
          <a:lstStyle/>
          <a:p>
            <a:pPr algn="l"/>
            <a:r>
              <a:rPr sz="2800" b="1" dirty="0">
                <a:solidFill>
                  <a:srgbClr val="0E1C34"/>
                </a:solidFill>
                <a:latin typeface="Calibri"/>
              </a:rPr>
              <a:t>04  </a:t>
            </a:r>
            <a:r>
              <a:rPr lang="es-ES" sz="2800" b="1" dirty="0">
                <a:solidFill>
                  <a:srgbClr val="0E1C34"/>
                </a:solidFill>
                <a:latin typeface="Calibri"/>
              </a:rPr>
              <a:t>Context Window</a:t>
            </a:r>
          </a:p>
          <a:p>
            <a:pPr algn="l"/>
            <a:r>
              <a:rPr lang="es-ES" sz="2400" dirty="0">
                <a:solidFill>
                  <a:srgbClr val="6B6B8A"/>
                </a:solidFill>
                <a:latin typeface="Calibri"/>
              </a:rPr>
              <a:t>El límite de lo que el modelo ve</a:t>
            </a:r>
            <a:endParaRPr lang="es-ES" sz="2400" b="0" dirty="0">
              <a:solidFill>
                <a:srgbClr val="6B6B8A"/>
              </a:solidFill>
              <a:latin typeface="Calibri"/>
            </a:endParaRPr>
          </a:p>
        </p:txBody>
      </p:sp>
      <p:sp>
        <p:nvSpPr>
          <p:cNvPr id="9" name="TextBox 8">
            <a:extLst>
              <a:ext uri="{FF2B5EF4-FFF2-40B4-BE49-F238E27FC236}">
                <a16:creationId xmlns:a16="http://schemas.microsoft.com/office/drawing/2014/main" id="{D5781ECA-54D3-5283-3E90-FCEE3204AB17}"/>
              </a:ext>
            </a:extLst>
          </p:cNvPr>
          <p:cNvSpPr txBox="1"/>
          <p:nvPr/>
        </p:nvSpPr>
        <p:spPr>
          <a:xfrm>
            <a:off x="731520" y="9080103"/>
            <a:ext cx="9509760" cy="892552"/>
          </a:xfrm>
          <a:prstGeom prst="rect">
            <a:avLst/>
          </a:prstGeom>
          <a:noFill/>
        </p:spPr>
        <p:txBody>
          <a:bodyPr wrap="square">
            <a:spAutoFit/>
          </a:bodyPr>
          <a:lstStyle/>
          <a:p>
            <a:pPr algn="l"/>
            <a:r>
              <a:rPr sz="2800" b="1" dirty="0">
                <a:solidFill>
                  <a:srgbClr val="0E1C34"/>
                </a:solidFill>
                <a:latin typeface="Calibri"/>
              </a:rPr>
              <a:t>05  </a:t>
            </a:r>
            <a:r>
              <a:rPr lang="es-ES" sz="2800" b="1" dirty="0">
                <a:solidFill>
                  <a:srgbClr val="0E1C34"/>
                </a:solidFill>
                <a:latin typeface="Calibri"/>
              </a:rPr>
              <a:t>System Prompt</a:t>
            </a:r>
            <a:endParaRPr sz="2800" b="1" dirty="0">
              <a:solidFill>
                <a:srgbClr val="0E1C34"/>
              </a:solidFill>
              <a:latin typeface="Calibri"/>
            </a:endParaRPr>
          </a:p>
          <a:p>
            <a:pPr algn="l"/>
            <a:r>
              <a:rPr lang="es-ES" sz="2400" dirty="0">
                <a:solidFill>
                  <a:srgbClr val="6B6B8A"/>
                </a:solidFill>
                <a:latin typeface="Calibri"/>
              </a:rPr>
              <a:t>La instrucción oculta que configura el comportamiento</a:t>
            </a:r>
            <a:endParaRPr sz="2400" b="0" dirty="0">
              <a:solidFill>
                <a:srgbClr val="6B6B8A"/>
              </a:solidFill>
              <a:latin typeface="Calibri"/>
            </a:endParaRPr>
          </a:p>
        </p:txBody>
      </p:sp>
      <p:sp>
        <p:nvSpPr>
          <p:cNvPr id="10" name="TextBox 9">
            <a:extLst>
              <a:ext uri="{FF2B5EF4-FFF2-40B4-BE49-F238E27FC236}">
                <a16:creationId xmlns:a16="http://schemas.microsoft.com/office/drawing/2014/main" id="{7429F381-5B62-C735-29AC-CC2D6C28EDD9}"/>
              </a:ext>
            </a:extLst>
          </p:cNvPr>
          <p:cNvSpPr txBox="1"/>
          <p:nvPr/>
        </p:nvSpPr>
        <p:spPr>
          <a:xfrm>
            <a:off x="10515600" y="2907903"/>
            <a:ext cx="9509760" cy="892552"/>
          </a:xfrm>
          <a:prstGeom prst="rect">
            <a:avLst/>
          </a:prstGeom>
          <a:noFill/>
        </p:spPr>
        <p:txBody>
          <a:bodyPr wrap="square">
            <a:spAutoFit/>
          </a:bodyPr>
          <a:lstStyle/>
          <a:p>
            <a:pPr algn="l"/>
            <a:r>
              <a:rPr sz="2800" b="1" dirty="0">
                <a:solidFill>
                  <a:srgbClr val="0E1C34"/>
                </a:solidFill>
                <a:latin typeface="Calibri"/>
              </a:rPr>
              <a:t>06  </a:t>
            </a:r>
            <a:r>
              <a:rPr lang="es-ES" sz="2800" b="1" dirty="0">
                <a:solidFill>
                  <a:srgbClr val="0E1C34"/>
                </a:solidFill>
                <a:latin typeface="Calibri"/>
              </a:rPr>
              <a:t>Modelos disponibles en Copilot</a:t>
            </a:r>
            <a:endParaRPr sz="2800" b="1" dirty="0">
              <a:solidFill>
                <a:srgbClr val="0E1C34"/>
              </a:solidFill>
              <a:latin typeface="Calibri"/>
            </a:endParaRPr>
          </a:p>
          <a:p>
            <a:pPr algn="l"/>
            <a:r>
              <a:rPr lang="es-ES" sz="2400" dirty="0">
                <a:solidFill>
                  <a:srgbClr val="6B6B8A"/>
                </a:solidFill>
                <a:latin typeface="Calibri"/>
              </a:rPr>
              <a:t>Qué modelo usar y cuándo</a:t>
            </a:r>
            <a:endParaRPr sz="2400" b="0" dirty="0">
              <a:solidFill>
                <a:srgbClr val="6B6B8A"/>
              </a:solidFill>
              <a:latin typeface="Calibri"/>
            </a:endParaRPr>
          </a:p>
        </p:txBody>
      </p:sp>
      <p:sp>
        <p:nvSpPr>
          <p:cNvPr id="11" name="TextBox 10">
            <a:extLst>
              <a:ext uri="{FF2B5EF4-FFF2-40B4-BE49-F238E27FC236}">
                <a16:creationId xmlns:a16="http://schemas.microsoft.com/office/drawing/2014/main" id="{CFCC3A5D-C763-2450-2836-DB6705CE8EFA}"/>
              </a:ext>
            </a:extLst>
          </p:cNvPr>
          <p:cNvSpPr txBox="1"/>
          <p:nvPr/>
        </p:nvSpPr>
        <p:spPr>
          <a:xfrm>
            <a:off x="10515600" y="4142343"/>
            <a:ext cx="9509760" cy="892552"/>
          </a:xfrm>
          <a:prstGeom prst="rect">
            <a:avLst/>
          </a:prstGeom>
          <a:noFill/>
        </p:spPr>
        <p:txBody>
          <a:bodyPr wrap="square">
            <a:spAutoFit/>
          </a:bodyPr>
          <a:lstStyle/>
          <a:p>
            <a:pPr algn="l"/>
            <a:r>
              <a:rPr sz="2800" b="1" dirty="0">
                <a:solidFill>
                  <a:srgbClr val="0E1C34"/>
                </a:solidFill>
                <a:latin typeface="Calibri"/>
              </a:rPr>
              <a:t>07  </a:t>
            </a:r>
            <a:r>
              <a:rPr lang="en-CA" sz="2800" b="1" dirty="0" err="1">
                <a:solidFill>
                  <a:srgbClr val="0E1C34"/>
                </a:solidFill>
                <a:latin typeface="Calibri"/>
              </a:rPr>
              <a:t>Glosario</a:t>
            </a:r>
            <a:endParaRPr sz="2800" b="1" dirty="0">
              <a:solidFill>
                <a:srgbClr val="0E1C34"/>
              </a:solidFill>
              <a:latin typeface="Calibri"/>
            </a:endParaRPr>
          </a:p>
          <a:p>
            <a:pPr algn="l"/>
            <a:r>
              <a:rPr lang="es-ES" sz="2400" dirty="0">
                <a:solidFill>
                  <a:srgbClr val="6B6B8A"/>
                </a:solidFill>
                <a:latin typeface="Calibri"/>
              </a:rPr>
              <a:t>Repaso de los términos</a:t>
            </a:r>
            <a:endParaRPr sz="2400" b="0" dirty="0">
              <a:solidFill>
                <a:srgbClr val="6B6B8A"/>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D932454-9822-C2CC-08D4-BB2E10D966DC}"/>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80089DC9-75B6-9F2B-F937-DE46C721FA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B471F1DB-15E5-489F-4A64-19EE4B568C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41C19BBB-1EE4-5F7F-4E6F-BECDEB1244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A80D45E3-A9E6-F999-67D8-C06164883E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FE7DC803-0B13-1B50-CC8F-87E29323BA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B8CBB8AA-158A-B765-5A56-F317731A688B}"/>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4348AD67-A648-D64D-AC54-1A37E2044F8E}"/>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C292D0D7-EDDB-5C1A-6AD5-70F7D01B2CF7}"/>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4A61DD55-17C4-7BA1-62E9-A219DB2B055B}"/>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1B510C97-0A49-2938-A86D-F69792BB962F}"/>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10D2404-2D86-A3DF-9E82-D36DAB997826}"/>
              </a:ext>
            </a:extLst>
          </p:cNvPr>
          <p:cNvSpPr txBox="1"/>
          <p:nvPr/>
        </p:nvSpPr>
        <p:spPr>
          <a:xfrm>
            <a:off x="146050" y="107950"/>
            <a:ext cx="9258300" cy="923330"/>
          </a:xfrm>
          <a:prstGeom prst="rect">
            <a:avLst/>
          </a:prstGeom>
          <a:noFill/>
        </p:spPr>
        <p:txBody>
          <a:bodyPr wrap="square" rtlCol="0">
            <a:spAutoFit/>
          </a:bodyPr>
          <a:lstStyle/>
          <a:p>
            <a:r>
              <a:rPr lang="es-ES" sz="3600" b="1" spc="-10" dirty="0">
                <a:solidFill>
                  <a:srgbClr val="0E1C34"/>
                </a:solidFill>
                <a:latin typeface="Calibri" panose="020F0502020204030204" pitchFamily="34" charset="0"/>
                <a:ea typeface="+mj-ea"/>
                <a:cs typeface="Calibri" panose="020F0502020204030204" pitchFamily="34" charset="0"/>
              </a:rPr>
              <a:t>00  Panorama actual - La IA en 2026</a:t>
            </a:r>
          </a:p>
          <a:p>
            <a:endParaRPr lang="es-ES" dirty="0"/>
          </a:p>
        </p:txBody>
      </p:sp>
      <p:sp>
        <p:nvSpPr>
          <p:cNvPr id="18" name="TextBox 17">
            <a:extLst>
              <a:ext uri="{FF2B5EF4-FFF2-40B4-BE49-F238E27FC236}">
                <a16:creationId xmlns:a16="http://schemas.microsoft.com/office/drawing/2014/main" id="{4B022779-6DBD-6F7C-C1ED-7BCB120069A5}"/>
              </a:ext>
            </a:extLst>
          </p:cNvPr>
          <p:cNvSpPr txBox="1"/>
          <p:nvPr/>
        </p:nvSpPr>
        <p:spPr>
          <a:xfrm>
            <a:off x="2318885" y="4597545"/>
            <a:ext cx="3846965" cy="646331"/>
          </a:xfrm>
          <a:prstGeom prst="rect">
            <a:avLst/>
          </a:prstGeom>
          <a:noFill/>
          <a:ln w="25400">
            <a:solidFill>
              <a:schemeClr val="accent6"/>
            </a:solidFill>
          </a:ln>
        </p:spPr>
        <p:txBody>
          <a:bodyPr wrap="square" rtlCol="0">
            <a:spAutoFit/>
          </a:bodyPr>
          <a:lstStyle/>
          <a:p>
            <a:r>
              <a:rPr lang="es-ES" sz="3600" dirty="0"/>
              <a:t>Proveedores LLM</a:t>
            </a:r>
          </a:p>
        </p:txBody>
      </p:sp>
      <p:sp>
        <p:nvSpPr>
          <p:cNvPr id="19" name="TextBox 18">
            <a:extLst>
              <a:ext uri="{FF2B5EF4-FFF2-40B4-BE49-F238E27FC236}">
                <a16:creationId xmlns:a16="http://schemas.microsoft.com/office/drawing/2014/main" id="{DE5B459B-2BDB-C915-ADFD-CBEE1ECFE4F5}"/>
              </a:ext>
            </a:extLst>
          </p:cNvPr>
          <p:cNvSpPr txBox="1"/>
          <p:nvPr/>
        </p:nvSpPr>
        <p:spPr>
          <a:xfrm>
            <a:off x="6549571" y="2350444"/>
            <a:ext cx="7004958" cy="923330"/>
          </a:xfrm>
          <a:prstGeom prst="rect">
            <a:avLst/>
          </a:prstGeom>
          <a:noFill/>
          <a:ln w="25400">
            <a:solidFill>
              <a:schemeClr val="tx1"/>
            </a:solidFill>
          </a:ln>
        </p:spPr>
        <p:txBody>
          <a:bodyPr wrap="square" rtlCol="0">
            <a:spAutoFit/>
          </a:bodyPr>
          <a:lstStyle/>
          <a:p>
            <a:r>
              <a:rPr lang="es-ES" sz="5400" dirty="0"/>
              <a:t>Situación Marzo 2026</a:t>
            </a:r>
          </a:p>
        </p:txBody>
      </p:sp>
      <p:sp>
        <p:nvSpPr>
          <p:cNvPr id="20" name="TextBox 19">
            <a:extLst>
              <a:ext uri="{FF2B5EF4-FFF2-40B4-BE49-F238E27FC236}">
                <a16:creationId xmlns:a16="http://schemas.microsoft.com/office/drawing/2014/main" id="{B3361DDF-81AA-DC23-13B8-0E03069762FD}"/>
              </a:ext>
            </a:extLst>
          </p:cNvPr>
          <p:cNvSpPr txBox="1"/>
          <p:nvPr/>
        </p:nvSpPr>
        <p:spPr>
          <a:xfrm>
            <a:off x="8670528" y="4592937"/>
            <a:ext cx="2763043" cy="646331"/>
          </a:xfrm>
          <a:prstGeom prst="rect">
            <a:avLst/>
          </a:prstGeom>
          <a:noFill/>
          <a:ln w="25400">
            <a:solidFill>
              <a:srgbClr val="00B050"/>
            </a:solidFill>
          </a:ln>
        </p:spPr>
        <p:txBody>
          <a:bodyPr wrap="square" rtlCol="0">
            <a:spAutoFit/>
          </a:bodyPr>
          <a:lstStyle/>
          <a:p>
            <a:r>
              <a:rPr lang="es-ES" sz="3600" dirty="0"/>
              <a:t>IA en el IDE</a:t>
            </a:r>
          </a:p>
        </p:txBody>
      </p:sp>
      <p:sp>
        <p:nvSpPr>
          <p:cNvPr id="21" name="TextBox 20">
            <a:extLst>
              <a:ext uri="{FF2B5EF4-FFF2-40B4-BE49-F238E27FC236}">
                <a16:creationId xmlns:a16="http://schemas.microsoft.com/office/drawing/2014/main" id="{A201E063-B1E1-3CF0-82D5-66393E742301}"/>
              </a:ext>
            </a:extLst>
          </p:cNvPr>
          <p:cNvSpPr txBox="1"/>
          <p:nvPr/>
        </p:nvSpPr>
        <p:spPr>
          <a:xfrm>
            <a:off x="13404850" y="4566310"/>
            <a:ext cx="2763043" cy="646331"/>
          </a:xfrm>
          <a:prstGeom prst="rect">
            <a:avLst/>
          </a:prstGeom>
          <a:noFill/>
          <a:ln w="25400">
            <a:solidFill>
              <a:schemeClr val="accent4"/>
            </a:solidFill>
          </a:ln>
        </p:spPr>
        <p:txBody>
          <a:bodyPr wrap="square" rtlCol="0">
            <a:spAutoFit/>
          </a:bodyPr>
          <a:lstStyle/>
          <a:p>
            <a:r>
              <a:rPr lang="es-ES" sz="3600" dirty="0"/>
              <a:t>IA en el CLI</a:t>
            </a:r>
          </a:p>
        </p:txBody>
      </p:sp>
      <p:cxnSp>
        <p:nvCxnSpPr>
          <p:cNvPr id="25" name="Connector: Elbow 24">
            <a:extLst>
              <a:ext uri="{FF2B5EF4-FFF2-40B4-BE49-F238E27FC236}">
                <a16:creationId xmlns:a16="http://schemas.microsoft.com/office/drawing/2014/main" id="{EC27CA37-FCE4-C670-5F75-7580FCED4851}"/>
              </a:ext>
            </a:extLst>
          </p:cNvPr>
          <p:cNvCxnSpPr>
            <a:cxnSpLocks/>
            <a:stCxn id="19" idx="2"/>
            <a:endCxn id="18" idx="0"/>
          </p:cNvCxnSpPr>
          <p:nvPr/>
        </p:nvCxnSpPr>
        <p:spPr>
          <a:xfrm rot="5400000">
            <a:off x="6485324" y="1030818"/>
            <a:ext cx="1323771" cy="5809682"/>
          </a:xfrm>
          <a:prstGeom prst="bentConnector3">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C45738C-AC4C-D803-5F21-8FA40B645752}"/>
              </a:ext>
            </a:extLst>
          </p:cNvPr>
          <p:cNvCxnSpPr>
            <a:stCxn id="19" idx="2"/>
          </p:cNvCxnSpPr>
          <p:nvPr/>
        </p:nvCxnSpPr>
        <p:spPr>
          <a:xfrm flipH="1">
            <a:off x="10052049" y="3273774"/>
            <a:ext cx="1" cy="13191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239BC833-32E3-BE21-5129-DA4E62C3ACC6}"/>
              </a:ext>
            </a:extLst>
          </p:cNvPr>
          <p:cNvCxnSpPr>
            <a:stCxn id="19" idx="2"/>
            <a:endCxn id="21" idx="0"/>
          </p:cNvCxnSpPr>
          <p:nvPr/>
        </p:nvCxnSpPr>
        <p:spPr>
          <a:xfrm rot="16200000" flipH="1">
            <a:off x="11772943" y="1552881"/>
            <a:ext cx="1292536" cy="4734322"/>
          </a:xfrm>
          <a:prstGeom prst="bentConnector3">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DE3985D4-C1C7-1E0C-37F5-E98521C8206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84814" y="5920624"/>
            <a:ext cx="2847975" cy="61450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OpenAI Codex para macOS: un app independiente para desarrollar skills y  manejar múltiples agentes IA a la vez - BitsCloud">
            <a:extLst>
              <a:ext uri="{FF2B5EF4-FFF2-40B4-BE49-F238E27FC236}">
                <a16:creationId xmlns:a16="http://schemas.microsoft.com/office/drawing/2014/main" id="{47081CC0-74B6-2613-EEBA-7ED03B175857}"/>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3379" t="20215" r="14381" b="22983"/>
          <a:stretch>
            <a:fillRect/>
          </a:stretch>
        </p:blipFill>
        <p:spPr bwMode="auto">
          <a:xfrm>
            <a:off x="2915195" y="7042147"/>
            <a:ext cx="2587211" cy="11430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oogle Adds “Agentic Vision” to Gemini 3 Flash - Edge AI and Vision Alliance">
            <a:extLst>
              <a:ext uri="{FF2B5EF4-FFF2-40B4-BE49-F238E27FC236}">
                <a16:creationId xmlns:a16="http://schemas.microsoft.com/office/drawing/2014/main" id="{2C8C3C7A-FCE2-49B7-4CFA-233F0BD4F64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59387" y="8692169"/>
            <a:ext cx="3298825" cy="74416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49F44501-E526-356A-5C22-79A0E45F022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80524" y="7083228"/>
            <a:ext cx="1543049" cy="114299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ECF9D3E0-EA45-694C-60D2-713BD3AC252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00171" y="5709370"/>
            <a:ext cx="903756" cy="903756"/>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Antigravity (Google) Free SVG, PNG, ... · LobeHub">
            <a:extLst>
              <a:ext uri="{FF2B5EF4-FFF2-40B4-BE49-F238E27FC236}">
                <a16:creationId xmlns:a16="http://schemas.microsoft.com/office/drawing/2014/main" id="{A5F7FF3B-3E7B-842A-0965-0AB1D36AEF1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499616" y="8692169"/>
            <a:ext cx="1104863" cy="1104863"/>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Claude Code - Complete Beginner's Guide | Hieu Nguyen">
            <a:extLst>
              <a:ext uri="{FF2B5EF4-FFF2-40B4-BE49-F238E27FC236}">
                <a16:creationId xmlns:a16="http://schemas.microsoft.com/office/drawing/2014/main" id="{DC101253-5516-B364-07EA-23BE8014C00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257409" y="8484252"/>
            <a:ext cx="3057921" cy="1584875"/>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4293C9C2-C558-5802-70F3-544D7550A3F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824221" y="5580991"/>
            <a:ext cx="3924300" cy="1162050"/>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OpenCode | Brand">
            <a:extLst>
              <a:ext uri="{FF2B5EF4-FFF2-40B4-BE49-F238E27FC236}">
                <a16:creationId xmlns:a16="http://schemas.microsoft.com/office/drawing/2014/main" id="{17F91D6B-12B3-864F-CA82-B1BC64E08834}"/>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9909" t="24844" r="8620" b="25266"/>
          <a:stretch>
            <a:fillRect/>
          </a:stretch>
        </p:blipFill>
        <p:spPr bwMode="auto">
          <a:xfrm>
            <a:off x="13184810" y="7061215"/>
            <a:ext cx="3203121" cy="1104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6750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026"/>
                                        </p:tgtEl>
                                        <p:attrNameLst>
                                          <p:attrName>style.visibility</p:attrName>
                                        </p:attrNameLst>
                                      </p:cBhvr>
                                      <p:to>
                                        <p:strVal val="visible"/>
                                      </p:to>
                                    </p:set>
                                    <p:animEffect transition="in" filter="fade">
                                      <p:cBhvr>
                                        <p:cTn id="29" dur="1000"/>
                                        <p:tgtEl>
                                          <p:spTgt spid="1026"/>
                                        </p:tgtEl>
                                      </p:cBhvr>
                                    </p:animEffect>
                                    <p:anim calcmode="lin" valueType="num">
                                      <p:cBhvr>
                                        <p:cTn id="30" dur="1000" fill="hold"/>
                                        <p:tgtEl>
                                          <p:spTgt spid="1026"/>
                                        </p:tgtEl>
                                        <p:attrNameLst>
                                          <p:attrName>ppt_x</p:attrName>
                                        </p:attrNameLst>
                                      </p:cBhvr>
                                      <p:tavLst>
                                        <p:tav tm="0">
                                          <p:val>
                                            <p:strVal val="#ppt_x"/>
                                          </p:val>
                                        </p:tav>
                                        <p:tav tm="100000">
                                          <p:val>
                                            <p:strVal val="#ppt_x"/>
                                          </p:val>
                                        </p:tav>
                                      </p:tavLst>
                                    </p:anim>
                                    <p:anim calcmode="lin" valueType="num">
                                      <p:cBhvr>
                                        <p:cTn id="31"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030"/>
                                        </p:tgtEl>
                                        <p:attrNameLst>
                                          <p:attrName>style.visibility</p:attrName>
                                        </p:attrNameLst>
                                      </p:cBhvr>
                                      <p:to>
                                        <p:strVal val="visible"/>
                                      </p:to>
                                    </p:set>
                                    <p:animEffect transition="in" filter="fade">
                                      <p:cBhvr>
                                        <p:cTn id="36" dur="1000"/>
                                        <p:tgtEl>
                                          <p:spTgt spid="1030"/>
                                        </p:tgtEl>
                                      </p:cBhvr>
                                    </p:animEffect>
                                    <p:anim calcmode="lin" valueType="num">
                                      <p:cBhvr>
                                        <p:cTn id="37" dur="1000" fill="hold"/>
                                        <p:tgtEl>
                                          <p:spTgt spid="1030"/>
                                        </p:tgtEl>
                                        <p:attrNameLst>
                                          <p:attrName>ppt_x</p:attrName>
                                        </p:attrNameLst>
                                      </p:cBhvr>
                                      <p:tavLst>
                                        <p:tav tm="0">
                                          <p:val>
                                            <p:strVal val="#ppt_x"/>
                                          </p:val>
                                        </p:tav>
                                        <p:tav tm="100000">
                                          <p:val>
                                            <p:strVal val="#ppt_x"/>
                                          </p:val>
                                        </p:tav>
                                      </p:tavLst>
                                    </p:anim>
                                    <p:anim calcmode="lin" valueType="num">
                                      <p:cBhvr>
                                        <p:cTn id="38" dur="1000" fill="hold"/>
                                        <p:tgtEl>
                                          <p:spTgt spid="1030"/>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034"/>
                                        </p:tgtEl>
                                        <p:attrNameLst>
                                          <p:attrName>style.visibility</p:attrName>
                                        </p:attrNameLst>
                                      </p:cBhvr>
                                      <p:to>
                                        <p:strVal val="visible"/>
                                      </p:to>
                                    </p:set>
                                    <p:animEffect transition="in" filter="fade">
                                      <p:cBhvr>
                                        <p:cTn id="43" dur="1000"/>
                                        <p:tgtEl>
                                          <p:spTgt spid="1034"/>
                                        </p:tgtEl>
                                      </p:cBhvr>
                                    </p:animEffect>
                                    <p:anim calcmode="lin" valueType="num">
                                      <p:cBhvr>
                                        <p:cTn id="44" dur="1000" fill="hold"/>
                                        <p:tgtEl>
                                          <p:spTgt spid="1034"/>
                                        </p:tgtEl>
                                        <p:attrNameLst>
                                          <p:attrName>ppt_x</p:attrName>
                                        </p:attrNameLst>
                                      </p:cBhvr>
                                      <p:tavLst>
                                        <p:tav tm="0">
                                          <p:val>
                                            <p:strVal val="#ppt_x"/>
                                          </p:val>
                                        </p:tav>
                                        <p:tav tm="100000">
                                          <p:val>
                                            <p:strVal val="#ppt_x"/>
                                          </p:val>
                                        </p:tav>
                                      </p:tavLst>
                                    </p:anim>
                                    <p:anim calcmode="lin" valueType="num">
                                      <p:cBhvr>
                                        <p:cTn id="45" dur="1000" fill="hold"/>
                                        <p:tgtEl>
                                          <p:spTgt spid="1034"/>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1038"/>
                                        </p:tgtEl>
                                        <p:attrNameLst>
                                          <p:attrName>style.visibility</p:attrName>
                                        </p:attrNameLst>
                                      </p:cBhvr>
                                      <p:to>
                                        <p:strVal val="visible"/>
                                      </p:to>
                                    </p:set>
                                    <p:animEffect transition="in" filter="fade">
                                      <p:cBhvr>
                                        <p:cTn id="50" dur="1000"/>
                                        <p:tgtEl>
                                          <p:spTgt spid="1038"/>
                                        </p:tgtEl>
                                      </p:cBhvr>
                                    </p:animEffect>
                                    <p:anim calcmode="lin" valueType="num">
                                      <p:cBhvr>
                                        <p:cTn id="51" dur="1000" fill="hold"/>
                                        <p:tgtEl>
                                          <p:spTgt spid="1038"/>
                                        </p:tgtEl>
                                        <p:attrNameLst>
                                          <p:attrName>ppt_x</p:attrName>
                                        </p:attrNameLst>
                                      </p:cBhvr>
                                      <p:tavLst>
                                        <p:tav tm="0">
                                          <p:val>
                                            <p:strVal val="#ppt_x"/>
                                          </p:val>
                                        </p:tav>
                                        <p:tav tm="100000">
                                          <p:val>
                                            <p:strVal val="#ppt_x"/>
                                          </p:val>
                                        </p:tav>
                                      </p:tavLst>
                                    </p:anim>
                                    <p:anim calcmode="lin" valueType="num">
                                      <p:cBhvr>
                                        <p:cTn id="52" dur="1000" fill="hold"/>
                                        <p:tgtEl>
                                          <p:spTgt spid="1038"/>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1036"/>
                                        </p:tgtEl>
                                        <p:attrNameLst>
                                          <p:attrName>style.visibility</p:attrName>
                                        </p:attrNameLst>
                                      </p:cBhvr>
                                      <p:to>
                                        <p:strVal val="visible"/>
                                      </p:to>
                                    </p:set>
                                    <p:animEffect transition="in" filter="fade">
                                      <p:cBhvr>
                                        <p:cTn id="57" dur="1000"/>
                                        <p:tgtEl>
                                          <p:spTgt spid="1036"/>
                                        </p:tgtEl>
                                      </p:cBhvr>
                                    </p:animEffect>
                                    <p:anim calcmode="lin" valueType="num">
                                      <p:cBhvr>
                                        <p:cTn id="58" dur="1000" fill="hold"/>
                                        <p:tgtEl>
                                          <p:spTgt spid="1036"/>
                                        </p:tgtEl>
                                        <p:attrNameLst>
                                          <p:attrName>ppt_x</p:attrName>
                                        </p:attrNameLst>
                                      </p:cBhvr>
                                      <p:tavLst>
                                        <p:tav tm="0">
                                          <p:val>
                                            <p:strVal val="#ppt_x"/>
                                          </p:val>
                                        </p:tav>
                                        <p:tav tm="100000">
                                          <p:val>
                                            <p:strVal val="#ppt_x"/>
                                          </p:val>
                                        </p:tav>
                                      </p:tavLst>
                                    </p:anim>
                                    <p:anim calcmode="lin" valueType="num">
                                      <p:cBhvr>
                                        <p:cTn id="59" dur="1000" fill="hold"/>
                                        <p:tgtEl>
                                          <p:spTgt spid="1036"/>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nodeType="clickEffect">
                                  <p:stCondLst>
                                    <p:cond delay="0"/>
                                  </p:stCondLst>
                                  <p:childTnLst>
                                    <p:set>
                                      <p:cBhvr>
                                        <p:cTn id="63" dur="1" fill="hold">
                                          <p:stCondLst>
                                            <p:cond delay="0"/>
                                          </p:stCondLst>
                                        </p:cTn>
                                        <p:tgtEl>
                                          <p:spTgt spid="1040"/>
                                        </p:tgtEl>
                                        <p:attrNameLst>
                                          <p:attrName>style.visibility</p:attrName>
                                        </p:attrNameLst>
                                      </p:cBhvr>
                                      <p:to>
                                        <p:strVal val="visible"/>
                                      </p:to>
                                    </p:set>
                                    <p:animEffect transition="in" filter="fade">
                                      <p:cBhvr>
                                        <p:cTn id="64" dur="1000"/>
                                        <p:tgtEl>
                                          <p:spTgt spid="1040"/>
                                        </p:tgtEl>
                                      </p:cBhvr>
                                    </p:animEffect>
                                    <p:anim calcmode="lin" valueType="num">
                                      <p:cBhvr>
                                        <p:cTn id="65" dur="1000" fill="hold"/>
                                        <p:tgtEl>
                                          <p:spTgt spid="1040"/>
                                        </p:tgtEl>
                                        <p:attrNameLst>
                                          <p:attrName>ppt_x</p:attrName>
                                        </p:attrNameLst>
                                      </p:cBhvr>
                                      <p:tavLst>
                                        <p:tav tm="0">
                                          <p:val>
                                            <p:strVal val="#ppt_x"/>
                                          </p:val>
                                        </p:tav>
                                        <p:tav tm="100000">
                                          <p:val>
                                            <p:strVal val="#ppt_x"/>
                                          </p:val>
                                        </p:tav>
                                      </p:tavLst>
                                    </p:anim>
                                    <p:anim calcmode="lin" valueType="num">
                                      <p:cBhvr>
                                        <p:cTn id="66" dur="1000" fill="hold"/>
                                        <p:tgtEl>
                                          <p:spTgt spid="1040"/>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nodeType="clickEffect">
                                  <p:stCondLst>
                                    <p:cond delay="0"/>
                                  </p:stCondLst>
                                  <p:childTnLst>
                                    <p:set>
                                      <p:cBhvr>
                                        <p:cTn id="70" dur="1" fill="hold">
                                          <p:stCondLst>
                                            <p:cond delay="0"/>
                                          </p:stCondLst>
                                        </p:cTn>
                                        <p:tgtEl>
                                          <p:spTgt spid="1044"/>
                                        </p:tgtEl>
                                        <p:attrNameLst>
                                          <p:attrName>style.visibility</p:attrName>
                                        </p:attrNameLst>
                                      </p:cBhvr>
                                      <p:to>
                                        <p:strVal val="visible"/>
                                      </p:to>
                                    </p:set>
                                    <p:animEffect transition="in" filter="fade">
                                      <p:cBhvr>
                                        <p:cTn id="71" dur="1000"/>
                                        <p:tgtEl>
                                          <p:spTgt spid="1044"/>
                                        </p:tgtEl>
                                      </p:cBhvr>
                                    </p:animEffect>
                                    <p:anim calcmode="lin" valueType="num">
                                      <p:cBhvr>
                                        <p:cTn id="72" dur="1000" fill="hold"/>
                                        <p:tgtEl>
                                          <p:spTgt spid="1044"/>
                                        </p:tgtEl>
                                        <p:attrNameLst>
                                          <p:attrName>ppt_x</p:attrName>
                                        </p:attrNameLst>
                                      </p:cBhvr>
                                      <p:tavLst>
                                        <p:tav tm="0">
                                          <p:val>
                                            <p:strVal val="#ppt_x"/>
                                          </p:val>
                                        </p:tav>
                                        <p:tav tm="100000">
                                          <p:val>
                                            <p:strVal val="#ppt_x"/>
                                          </p:val>
                                        </p:tav>
                                      </p:tavLst>
                                    </p:anim>
                                    <p:anim calcmode="lin" valueType="num">
                                      <p:cBhvr>
                                        <p:cTn id="73" dur="1000" fill="hold"/>
                                        <p:tgtEl>
                                          <p:spTgt spid="1044"/>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nodeType="clickEffect">
                                  <p:stCondLst>
                                    <p:cond delay="0"/>
                                  </p:stCondLst>
                                  <p:childTnLst>
                                    <p:set>
                                      <p:cBhvr>
                                        <p:cTn id="77" dur="1" fill="hold">
                                          <p:stCondLst>
                                            <p:cond delay="0"/>
                                          </p:stCondLst>
                                        </p:cTn>
                                        <p:tgtEl>
                                          <p:spTgt spid="1046"/>
                                        </p:tgtEl>
                                        <p:attrNameLst>
                                          <p:attrName>style.visibility</p:attrName>
                                        </p:attrNameLst>
                                      </p:cBhvr>
                                      <p:to>
                                        <p:strVal val="visible"/>
                                      </p:to>
                                    </p:set>
                                    <p:animEffect transition="in" filter="fade">
                                      <p:cBhvr>
                                        <p:cTn id="78" dur="1000"/>
                                        <p:tgtEl>
                                          <p:spTgt spid="1046"/>
                                        </p:tgtEl>
                                      </p:cBhvr>
                                    </p:animEffect>
                                    <p:anim calcmode="lin" valueType="num">
                                      <p:cBhvr>
                                        <p:cTn id="79" dur="1000" fill="hold"/>
                                        <p:tgtEl>
                                          <p:spTgt spid="1046"/>
                                        </p:tgtEl>
                                        <p:attrNameLst>
                                          <p:attrName>ppt_x</p:attrName>
                                        </p:attrNameLst>
                                      </p:cBhvr>
                                      <p:tavLst>
                                        <p:tav tm="0">
                                          <p:val>
                                            <p:strVal val="#ppt_x"/>
                                          </p:val>
                                        </p:tav>
                                        <p:tav tm="100000">
                                          <p:val>
                                            <p:strVal val="#ppt_x"/>
                                          </p:val>
                                        </p:tav>
                                      </p:tavLst>
                                    </p:anim>
                                    <p:anim calcmode="lin" valueType="num">
                                      <p:cBhvr>
                                        <p:cTn id="80" dur="1000" fill="hold"/>
                                        <p:tgtEl>
                                          <p:spTgt spid="1046"/>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nodeType="clickEffect">
                                  <p:stCondLst>
                                    <p:cond delay="0"/>
                                  </p:stCondLst>
                                  <p:childTnLst>
                                    <p:set>
                                      <p:cBhvr>
                                        <p:cTn id="84" dur="1" fill="hold">
                                          <p:stCondLst>
                                            <p:cond delay="0"/>
                                          </p:stCondLst>
                                        </p:cTn>
                                        <p:tgtEl>
                                          <p:spTgt spid="1042"/>
                                        </p:tgtEl>
                                        <p:attrNameLst>
                                          <p:attrName>style.visibility</p:attrName>
                                        </p:attrNameLst>
                                      </p:cBhvr>
                                      <p:to>
                                        <p:strVal val="visible"/>
                                      </p:to>
                                    </p:set>
                                    <p:animEffect transition="in" filter="fade">
                                      <p:cBhvr>
                                        <p:cTn id="85" dur="1000"/>
                                        <p:tgtEl>
                                          <p:spTgt spid="1042"/>
                                        </p:tgtEl>
                                      </p:cBhvr>
                                    </p:animEffect>
                                    <p:anim calcmode="lin" valueType="num">
                                      <p:cBhvr>
                                        <p:cTn id="86" dur="1000" fill="hold"/>
                                        <p:tgtEl>
                                          <p:spTgt spid="1042"/>
                                        </p:tgtEl>
                                        <p:attrNameLst>
                                          <p:attrName>ppt_x</p:attrName>
                                        </p:attrNameLst>
                                      </p:cBhvr>
                                      <p:tavLst>
                                        <p:tav tm="0">
                                          <p:val>
                                            <p:strVal val="#ppt_x"/>
                                          </p:val>
                                        </p:tav>
                                        <p:tav tm="100000">
                                          <p:val>
                                            <p:strVal val="#ppt_x"/>
                                          </p:val>
                                        </p:tav>
                                      </p:tavLst>
                                    </p:anim>
                                    <p:anim calcmode="lin" valueType="num">
                                      <p:cBhvr>
                                        <p:cTn id="87" dur="1000" fill="hold"/>
                                        <p:tgtEl>
                                          <p:spTgt spid="10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8F2FA25-C345-19B7-7A3A-527107654774}"/>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341618EB-6D4C-A180-F5E8-FBC85C7502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76D347B0-6119-D7C8-03F2-0D183EF29A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D23622C0-8E89-3CFA-84C2-04075DEFC3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6CB2C307-8945-104E-E27E-B94B681A6C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66F932AB-8A83-E37C-9D05-C2B48A8933E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AC99A473-55BA-9CA3-A8E4-5A15F9D0B972}"/>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D9A33E3A-F37B-B18D-3A92-664AFB385D5B}"/>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0D2EB61E-A18D-4DF5-E85C-E6282B981CED}"/>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0492DC10-61B9-4B35-9252-1018C438DE18}"/>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D9F705C5-1DB0-ADD4-86B2-57EEB5A6921D}"/>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1B0E5B9A-4317-93DC-C0BF-17785D0DCA72}"/>
              </a:ext>
            </a:extLst>
          </p:cNvPr>
          <p:cNvSpPr txBox="1"/>
          <p:nvPr/>
        </p:nvSpPr>
        <p:spPr>
          <a:xfrm>
            <a:off x="146050" y="107950"/>
            <a:ext cx="9258300" cy="923330"/>
          </a:xfrm>
          <a:prstGeom prst="rect">
            <a:avLst/>
          </a:prstGeom>
          <a:noFill/>
        </p:spPr>
        <p:txBody>
          <a:bodyPr wrap="square" rtlCol="0">
            <a:spAutoFit/>
          </a:bodyPr>
          <a:lstStyle/>
          <a:p>
            <a:r>
              <a:rPr lang="es-ES" sz="3600" b="1" spc="-10" dirty="0">
                <a:solidFill>
                  <a:srgbClr val="0E1C34"/>
                </a:solidFill>
                <a:latin typeface="Calibri" panose="020F0502020204030204" pitchFamily="34" charset="0"/>
                <a:ea typeface="+mj-ea"/>
                <a:cs typeface="Calibri" panose="020F0502020204030204" pitchFamily="34" charset="0"/>
              </a:rPr>
              <a:t>00  Panorama actual - La IA en 2026</a:t>
            </a:r>
          </a:p>
          <a:p>
            <a:endParaRPr lang="es-ES" dirty="0"/>
          </a:p>
        </p:txBody>
      </p:sp>
      <p:sp>
        <p:nvSpPr>
          <p:cNvPr id="18" name="TextBox 17">
            <a:extLst>
              <a:ext uri="{FF2B5EF4-FFF2-40B4-BE49-F238E27FC236}">
                <a16:creationId xmlns:a16="http://schemas.microsoft.com/office/drawing/2014/main" id="{65AC2AB7-B66B-D14F-53B0-838A7AB625A6}"/>
              </a:ext>
            </a:extLst>
          </p:cNvPr>
          <p:cNvSpPr txBox="1"/>
          <p:nvPr/>
        </p:nvSpPr>
        <p:spPr>
          <a:xfrm>
            <a:off x="2318885" y="4597545"/>
            <a:ext cx="3846965" cy="646331"/>
          </a:xfrm>
          <a:prstGeom prst="rect">
            <a:avLst/>
          </a:prstGeom>
          <a:noFill/>
          <a:ln w="25400">
            <a:solidFill>
              <a:schemeClr val="accent6"/>
            </a:solidFill>
          </a:ln>
        </p:spPr>
        <p:txBody>
          <a:bodyPr wrap="square" rtlCol="0">
            <a:spAutoFit/>
          </a:bodyPr>
          <a:lstStyle/>
          <a:p>
            <a:r>
              <a:rPr lang="es-ES" sz="3600" dirty="0"/>
              <a:t>Proveedores LLM</a:t>
            </a:r>
          </a:p>
        </p:txBody>
      </p:sp>
      <p:sp>
        <p:nvSpPr>
          <p:cNvPr id="19" name="TextBox 18">
            <a:extLst>
              <a:ext uri="{FF2B5EF4-FFF2-40B4-BE49-F238E27FC236}">
                <a16:creationId xmlns:a16="http://schemas.microsoft.com/office/drawing/2014/main" id="{7F8FBC51-C5AA-0D8C-97F7-EB4DF73DA000}"/>
              </a:ext>
            </a:extLst>
          </p:cNvPr>
          <p:cNvSpPr txBox="1"/>
          <p:nvPr/>
        </p:nvSpPr>
        <p:spPr>
          <a:xfrm>
            <a:off x="6549571" y="2350444"/>
            <a:ext cx="7004958" cy="923330"/>
          </a:xfrm>
          <a:prstGeom prst="rect">
            <a:avLst/>
          </a:prstGeom>
          <a:noFill/>
          <a:ln w="25400">
            <a:solidFill>
              <a:schemeClr val="tx1"/>
            </a:solidFill>
          </a:ln>
        </p:spPr>
        <p:txBody>
          <a:bodyPr wrap="square" rtlCol="0">
            <a:spAutoFit/>
          </a:bodyPr>
          <a:lstStyle/>
          <a:p>
            <a:r>
              <a:rPr lang="es-ES" sz="5400" dirty="0"/>
              <a:t>Situación Marzo 2026</a:t>
            </a:r>
          </a:p>
        </p:txBody>
      </p:sp>
      <p:sp>
        <p:nvSpPr>
          <p:cNvPr id="20" name="TextBox 19">
            <a:extLst>
              <a:ext uri="{FF2B5EF4-FFF2-40B4-BE49-F238E27FC236}">
                <a16:creationId xmlns:a16="http://schemas.microsoft.com/office/drawing/2014/main" id="{D3F94F23-5817-B3D2-E225-C4C5EFE40E00}"/>
              </a:ext>
            </a:extLst>
          </p:cNvPr>
          <p:cNvSpPr txBox="1"/>
          <p:nvPr/>
        </p:nvSpPr>
        <p:spPr>
          <a:xfrm>
            <a:off x="8670527" y="4611420"/>
            <a:ext cx="2763043" cy="646331"/>
          </a:xfrm>
          <a:prstGeom prst="rect">
            <a:avLst/>
          </a:prstGeom>
          <a:noFill/>
          <a:ln w="25400">
            <a:solidFill>
              <a:srgbClr val="00B050"/>
            </a:solidFill>
          </a:ln>
        </p:spPr>
        <p:txBody>
          <a:bodyPr wrap="square" rtlCol="0">
            <a:spAutoFit/>
          </a:bodyPr>
          <a:lstStyle/>
          <a:p>
            <a:r>
              <a:rPr lang="es-ES" sz="3600" dirty="0"/>
              <a:t>IA en el IDE</a:t>
            </a:r>
          </a:p>
        </p:txBody>
      </p:sp>
      <p:sp>
        <p:nvSpPr>
          <p:cNvPr id="21" name="TextBox 20">
            <a:extLst>
              <a:ext uri="{FF2B5EF4-FFF2-40B4-BE49-F238E27FC236}">
                <a16:creationId xmlns:a16="http://schemas.microsoft.com/office/drawing/2014/main" id="{61A06855-8600-F1B6-20AB-CB331014DB3E}"/>
              </a:ext>
            </a:extLst>
          </p:cNvPr>
          <p:cNvSpPr txBox="1"/>
          <p:nvPr/>
        </p:nvSpPr>
        <p:spPr>
          <a:xfrm>
            <a:off x="13404850" y="4566310"/>
            <a:ext cx="2763043" cy="646331"/>
          </a:xfrm>
          <a:prstGeom prst="rect">
            <a:avLst/>
          </a:prstGeom>
          <a:noFill/>
          <a:ln w="25400">
            <a:solidFill>
              <a:schemeClr val="accent4"/>
            </a:solidFill>
          </a:ln>
        </p:spPr>
        <p:txBody>
          <a:bodyPr wrap="square" rtlCol="0">
            <a:spAutoFit/>
          </a:bodyPr>
          <a:lstStyle/>
          <a:p>
            <a:r>
              <a:rPr lang="es-ES" sz="3600" dirty="0"/>
              <a:t>IA en el CLI</a:t>
            </a:r>
          </a:p>
        </p:txBody>
      </p:sp>
      <p:cxnSp>
        <p:nvCxnSpPr>
          <p:cNvPr id="25" name="Connector: Elbow 24">
            <a:extLst>
              <a:ext uri="{FF2B5EF4-FFF2-40B4-BE49-F238E27FC236}">
                <a16:creationId xmlns:a16="http://schemas.microsoft.com/office/drawing/2014/main" id="{CEA991C4-9C9E-264C-62B8-2DAE6E6D63AC}"/>
              </a:ext>
            </a:extLst>
          </p:cNvPr>
          <p:cNvCxnSpPr>
            <a:cxnSpLocks/>
            <a:stCxn id="19" idx="2"/>
            <a:endCxn id="18" idx="0"/>
          </p:cNvCxnSpPr>
          <p:nvPr/>
        </p:nvCxnSpPr>
        <p:spPr>
          <a:xfrm rot="5400000">
            <a:off x="6485324" y="1030818"/>
            <a:ext cx="1323771" cy="5809682"/>
          </a:xfrm>
          <a:prstGeom prst="bentConnector3">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9E6BD63-622C-D274-96C8-2716FCD732A3}"/>
              </a:ext>
            </a:extLst>
          </p:cNvPr>
          <p:cNvCxnSpPr>
            <a:stCxn id="19" idx="2"/>
          </p:cNvCxnSpPr>
          <p:nvPr/>
        </p:nvCxnSpPr>
        <p:spPr>
          <a:xfrm flipH="1">
            <a:off x="10052049" y="3273774"/>
            <a:ext cx="1" cy="13191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85DCCB6A-3B66-4CE6-0754-C82BA3852A8D}"/>
              </a:ext>
            </a:extLst>
          </p:cNvPr>
          <p:cNvCxnSpPr>
            <a:stCxn id="19" idx="2"/>
            <a:endCxn id="21" idx="0"/>
          </p:cNvCxnSpPr>
          <p:nvPr/>
        </p:nvCxnSpPr>
        <p:spPr>
          <a:xfrm rot="16200000" flipH="1">
            <a:off x="11772943" y="1552881"/>
            <a:ext cx="1292536" cy="4734322"/>
          </a:xfrm>
          <a:prstGeom prst="bentConnector3">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4B404F71-55EF-4DC9-5216-F2745C7EFF1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84814" y="5920624"/>
            <a:ext cx="2847975" cy="61450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OpenAI Codex para macOS: un app independiente para desarrollar skills y  manejar múltiples agentes IA a la vez - BitsCloud">
            <a:extLst>
              <a:ext uri="{FF2B5EF4-FFF2-40B4-BE49-F238E27FC236}">
                <a16:creationId xmlns:a16="http://schemas.microsoft.com/office/drawing/2014/main" id="{C0253021-2681-620C-994F-B3150800706C}"/>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3379" t="20215" r="14381" b="22983"/>
          <a:stretch>
            <a:fillRect/>
          </a:stretch>
        </p:blipFill>
        <p:spPr bwMode="auto">
          <a:xfrm>
            <a:off x="2915195" y="7042147"/>
            <a:ext cx="2587211" cy="11430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oogle Adds “Agentic Vision” to Gemini 3 Flash - Edge AI and Vision Alliance">
            <a:extLst>
              <a:ext uri="{FF2B5EF4-FFF2-40B4-BE49-F238E27FC236}">
                <a16:creationId xmlns:a16="http://schemas.microsoft.com/office/drawing/2014/main" id="{9A6A8D46-5C58-7F3A-272E-5D7833E4658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59387" y="8692169"/>
            <a:ext cx="3298825" cy="74416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EBA00E87-925F-5238-E135-0954F814674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80524" y="7083228"/>
            <a:ext cx="1543049" cy="114299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7DF3608E-E823-DED4-5979-6BC16016789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00171" y="5709370"/>
            <a:ext cx="903756" cy="903756"/>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Antigravity (Google) Free SVG, PNG, ... · LobeHub">
            <a:extLst>
              <a:ext uri="{FF2B5EF4-FFF2-40B4-BE49-F238E27FC236}">
                <a16:creationId xmlns:a16="http://schemas.microsoft.com/office/drawing/2014/main" id="{534E72E0-45F8-167A-87A1-159FEAE7BF4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499616" y="8692169"/>
            <a:ext cx="1104863" cy="1104863"/>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Claude Code - Complete Beginner's Guide | Hieu Nguyen">
            <a:extLst>
              <a:ext uri="{FF2B5EF4-FFF2-40B4-BE49-F238E27FC236}">
                <a16:creationId xmlns:a16="http://schemas.microsoft.com/office/drawing/2014/main" id="{93B186FF-10B5-ED60-EFA3-D4974A8DB43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257409" y="8484252"/>
            <a:ext cx="3057921" cy="1584875"/>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BA669100-CCBE-8C7B-2D34-7B3D694EB3E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824221" y="5580991"/>
            <a:ext cx="3924300" cy="1162050"/>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OpenCode | Brand">
            <a:extLst>
              <a:ext uri="{FF2B5EF4-FFF2-40B4-BE49-F238E27FC236}">
                <a16:creationId xmlns:a16="http://schemas.microsoft.com/office/drawing/2014/main" id="{68431AA2-514C-2D92-F0EA-9C625E26745F}"/>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9909" t="24844" r="8620" b="25266"/>
          <a:stretch>
            <a:fillRect/>
          </a:stretch>
        </p:blipFill>
        <p:spPr bwMode="auto">
          <a:xfrm>
            <a:off x="13184810" y="7061215"/>
            <a:ext cx="3203121" cy="1104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9191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42"/>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46"/>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044"/>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038"/>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036"/>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040"/>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034"/>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25"/>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29"/>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27"/>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030"/>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026"/>
                                        </p:tgtEl>
                                        <p:attrNameLst>
                                          <p:attrName>style.visibility</p:attrName>
                                        </p:attrNameLst>
                                      </p:cBhvr>
                                      <p:to>
                                        <p:strVal val="hidden"/>
                                      </p:to>
                                    </p:set>
                                  </p:childTnLst>
                                </p:cTn>
                              </p:par>
                              <p:par>
                                <p:cTn id="33" presetID="42" presetClass="path" presetSubtype="0" accel="50000" decel="50000" fill="hold" grpId="0" nodeType="withEffect">
                                  <p:stCondLst>
                                    <p:cond delay="0"/>
                                  </p:stCondLst>
                                  <p:childTnLst>
                                    <p:animMotion origin="layout" path="M 5.55112E-17 3.70578E-6 L -0.30322 -0.11623 " pathEditMode="relative" rAng="0" ptsTypes="AA">
                                      <p:cBhvr>
                                        <p:cTn id="34" dur="2000" fill="hold"/>
                                        <p:tgtEl>
                                          <p:spTgt spid="19"/>
                                        </p:tgtEl>
                                        <p:attrNameLst>
                                          <p:attrName>ppt_x</p:attrName>
                                          <p:attrName>ppt_y</p:attrName>
                                        </p:attrNameLst>
                                      </p:cBhvr>
                                      <p:rCtr x="-15161" y="-5811"/>
                                    </p:animMotion>
                                  </p:childTnLst>
                                </p:cTn>
                              </p:par>
                              <p:par>
                                <p:cTn id="35" presetID="42" presetClass="path" presetSubtype="0" accel="50000" decel="50000" fill="hold" grpId="0" nodeType="withEffect">
                                  <p:stCondLst>
                                    <p:cond delay="0"/>
                                  </p:stCondLst>
                                  <p:childTnLst>
                                    <p:animMotion origin="layout" path="M 3.56917E-6 1.57777E-6 L -0.0687 -0.19778 " pathEditMode="relative" rAng="0" ptsTypes="AA">
                                      <p:cBhvr>
                                        <p:cTn id="36" dur="2000" fill="hold"/>
                                        <p:tgtEl>
                                          <p:spTgt spid="18"/>
                                        </p:tgtEl>
                                        <p:attrNameLst>
                                          <p:attrName>ppt_x</p:attrName>
                                          <p:attrName>ppt_y</p:attrName>
                                        </p:attrNameLst>
                                      </p:cBhvr>
                                      <p:rCtr x="-3435" y="-989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3C8B008-4DA3-FA3F-B1C6-0FE8D4F65311}"/>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83EFB4BF-E3F9-4816-C4DD-40E07636CB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CBA2BB18-02F6-DA69-4FEB-B5C7081AC9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8C4C249F-E694-A241-8AC7-6EB0021524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889E7DB4-0592-684D-E30D-33D30BA0B3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AED6269D-BACB-3AED-EF5C-ACC65022A13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92F7885A-9300-3572-E9CD-D99B83038304}"/>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EBAF2B64-E91C-2061-324F-8BB603A4817D}"/>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7BE61A13-F10C-C227-8EDB-B98CD8F956A2}"/>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072094E4-3964-99DE-4DD9-985316E035F6}"/>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DEDB5209-F343-EA1F-1845-C4EDAF45EFA6}"/>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3C6FF82A-0C3E-DAD9-B453-2AFF28AAD7E0}"/>
              </a:ext>
            </a:extLst>
          </p:cNvPr>
          <p:cNvSpPr txBox="1"/>
          <p:nvPr/>
        </p:nvSpPr>
        <p:spPr>
          <a:xfrm>
            <a:off x="146050" y="107950"/>
            <a:ext cx="9258300" cy="923330"/>
          </a:xfrm>
          <a:prstGeom prst="rect">
            <a:avLst/>
          </a:prstGeom>
          <a:noFill/>
        </p:spPr>
        <p:txBody>
          <a:bodyPr wrap="square" rtlCol="0">
            <a:spAutoFit/>
          </a:bodyPr>
          <a:lstStyle/>
          <a:p>
            <a:r>
              <a:rPr lang="es-ES" sz="3600" b="1" spc="-10" dirty="0">
                <a:solidFill>
                  <a:srgbClr val="0E1C34"/>
                </a:solidFill>
                <a:latin typeface="Calibri" panose="020F0502020204030204" pitchFamily="34" charset="0"/>
                <a:ea typeface="+mj-ea"/>
                <a:cs typeface="Calibri" panose="020F0502020204030204" pitchFamily="34" charset="0"/>
              </a:rPr>
              <a:t>00  Panorama actual - La IA en 2026</a:t>
            </a:r>
          </a:p>
          <a:p>
            <a:endParaRPr lang="es-ES" dirty="0"/>
          </a:p>
        </p:txBody>
      </p:sp>
      <p:sp>
        <p:nvSpPr>
          <p:cNvPr id="18" name="TextBox 17">
            <a:extLst>
              <a:ext uri="{FF2B5EF4-FFF2-40B4-BE49-F238E27FC236}">
                <a16:creationId xmlns:a16="http://schemas.microsoft.com/office/drawing/2014/main" id="{FA201B91-2053-C814-92E9-F0F82A7F53DF}"/>
              </a:ext>
            </a:extLst>
          </p:cNvPr>
          <p:cNvSpPr txBox="1"/>
          <p:nvPr/>
        </p:nvSpPr>
        <p:spPr>
          <a:xfrm>
            <a:off x="942975" y="2367276"/>
            <a:ext cx="3851275" cy="646331"/>
          </a:xfrm>
          <a:prstGeom prst="rect">
            <a:avLst/>
          </a:prstGeom>
          <a:noFill/>
          <a:ln w="25400">
            <a:solidFill>
              <a:schemeClr val="accent6"/>
            </a:solidFill>
          </a:ln>
        </p:spPr>
        <p:txBody>
          <a:bodyPr wrap="square" rtlCol="0">
            <a:spAutoFit/>
          </a:bodyPr>
          <a:lstStyle/>
          <a:p>
            <a:r>
              <a:rPr lang="es-ES" sz="3600" dirty="0"/>
              <a:t>Proveedores LLM</a:t>
            </a:r>
          </a:p>
        </p:txBody>
      </p:sp>
      <p:sp>
        <p:nvSpPr>
          <p:cNvPr id="19" name="TextBox 18">
            <a:extLst>
              <a:ext uri="{FF2B5EF4-FFF2-40B4-BE49-F238E27FC236}">
                <a16:creationId xmlns:a16="http://schemas.microsoft.com/office/drawing/2014/main" id="{7811E1BA-839E-B925-E839-F794E5BE43C8}"/>
              </a:ext>
            </a:extLst>
          </p:cNvPr>
          <p:cNvSpPr txBox="1"/>
          <p:nvPr/>
        </p:nvSpPr>
        <p:spPr>
          <a:xfrm>
            <a:off x="462643" y="1031280"/>
            <a:ext cx="7004958" cy="923330"/>
          </a:xfrm>
          <a:prstGeom prst="rect">
            <a:avLst/>
          </a:prstGeom>
          <a:noFill/>
          <a:ln w="25400">
            <a:solidFill>
              <a:schemeClr val="tx1"/>
            </a:solidFill>
          </a:ln>
        </p:spPr>
        <p:txBody>
          <a:bodyPr wrap="square" rtlCol="0">
            <a:spAutoFit/>
          </a:bodyPr>
          <a:lstStyle/>
          <a:p>
            <a:r>
              <a:rPr lang="es-ES" sz="5400" dirty="0"/>
              <a:t>Situación Marzo 2026</a:t>
            </a:r>
          </a:p>
        </p:txBody>
      </p:sp>
      <p:pic>
        <p:nvPicPr>
          <p:cNvPr id="1026" name="Picture 2">
            <a:extLst>
              <a:ext uri="{FF2B5EF4-FFF2-40B4-BE49-F238E27FC236}">
                <a16:creationId xmlns:a16="http://schemas.microsoft.com/office/drawing/2014/main" id="{EE3F4194-9B88-4BC5-AA96-5A7A7E6312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91104" y="4155869"/>
            <a:ext cx="2847975" cy="614501"/>
          </a:xfrm>
          <a:prstGeom prst="rect">
            <a:avLst/>
          </a:prstGeom>
          <a:noFill/>
          <a:extLst>
            <a:ext uri="{909E8E84-426E-40DD-AFC4-6F175D3DCCD1}">
              <a14:hiddenFill xmlns:a14="http://schemas.microsoft.com/office/drawing/2010/main">
                <a:solidFill>
                  <a:srgbClr val="FFFFFF"/>
                </a:solidFill>
              </a14:hiddenFill>
            </a:ext>
          </a:extLst>
        </p:spPr>
      </p:pic>
      <p:sp>
        <p:nvSpPr>
          <p:cNvPr id="2" name="Right Brace 1">
            <a:extLst>
              <a:ext uri="{FF2B5EF4-FFF2-40B4-BE49-F238E27FC236}">
                <a16:creationId xmlns:a16="http://schemas.microsoft.com/office/drawing/2014/main" id="{A7ABD180-CFC8-28D9-694C-0D8E69C1B6C5}"/>
              </a:ext>
            </a:extLst>
          </p:cNvPr>
          <p:cNvSpPr/>
          <p:nvPr/>
        </p:nvSpPr>
        <p:spPr>
          <a:xfrm rot="10800000">
            <a:off x="5861050" y="3401115"/>
            <a:ext cx="762000" cy="187255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3" name="TextBox 2">
            <a:extLst>
              <a:ext uri="{FF2B5EF4-FFF2-40B4-BE49-F238E27FC236}">
                <a16:creationId xmlns:a16="http://schemas.microsoft.com/office/drawing/2014/main" id="{FBC6A853-83B1-DE96-5B6A-AB2EA2E0E12E}"/>
              </a:ext>
            </a:extLst>
          </p:cNvPr>
          <p:cNvSpPr txBox="1"/>
          <p:nvPr/>
        </p:nvSpPr>
        <p:spPr>
          <a:xfrm>
            <a:off x="7156450" y="3921896"/>
            <a:ext cx="3200400" cy="830997"/>
          </a:xfrm>
          <a:prstGeom prst="rect">
            <a:avLst/>
          </a:prstGeom>
          <a:noFill/>
        </p:spPr>
        <p:txBody>
          <a:bodyPr wrap="square" rtlCol="0">
            <a:spAutoFit/>
          </a:bodyPr>
          <a:lstStyle/>
          <a:p>
            <a:r>
              <a:rPr lang="es-ES" sz="4800" b="1" dirty="0"/>
              <a:t>OPUS 4.6</a:t>
            </a:r>
          </a:p>
        </p:txBody>
      </p:sp>
      <p:sp>
        <p:nvSpPr>
          <p:cNvPr id="5" name="TextBox 4">
            <a:extLst>
              <a:ext uri="{FF2B5EF4-FFF2-40B4-BE49-F238E27FC236}">
                <a16:creationId xmlns:a16="http://schemas.microsoft.com/office/drawing/2014/main" id="{05F7CE8C-1232-78CC-7241-FBC2F5CB4FE3}"/>
              </a:ext>
            </a:extLst>
          </p:cNvPr>
          <p:cNvSpPr txBox="1"/>
          <p:nvPr/>
        </p:nvSpPr>
        <p:spPr>
          <a:xfrm>
            <a:off x="11455853" y="3921895"/>
            <a:ext cx="3745593" cy="830997"/>
          </a:xfrm>
          <a:prstGeom prst="rect">
            <a:avLst/>
          </a:prstGeom>
          <a:noFill/>
        </p:spPr>
        <p:txBody>
          <a:bodyPr wrap="square" rtlCol="0">
            <a:spAutoFit/>
          </a:bodyPr>
          <a:lstStyle/>
          <a:p>
            <a:r>
              <a:rPr lang="es-ES" sz="4800" b="1" dirty="0"/>
              <a:t>SONNET 4.6</a:t>
            </a:r>
          </a:p>
        </p:txBody>
      </p:sp>
      <p:sp>
        <p:nvSpPr>
          <p:cNvPr id="6" name="TextBox 5">
            <a:extLst>
              <a:ext uri="{FF2B5EF4-FFF2-40B4-BE49-F238E27FC236}">
                <a16:creationId xmlns:a16="http://schemas.microsoft.com/office/drawing/2014/main" id="{D8584EEF-7687-B823-8D11-64681503730E}"/>
              </a:ext>
            </a:extLst>
          </p:cNvPr>
          <p:cNvSpPr txBox="1"/>
          <p:nvPr/>
        </p:nvSpPr>
        <p:spPr>
          <a:xfrm>
            <a:off x="16071850" y="3921894"/>
            <a:ext cx="3200400" cy="830997"/>
          </a:xfrm>
          <a:prstGeom prst="rect">
            <a:avLst/>
          </a:prstGeom>
          <a:noFill/>
        </p:spPr>
        <p:txBody>
          <a:bodyPr wrap="square" rtlCol="0">
            <a:spAutoFit/>
          </a:bodyPr>
          <a:lstStyle/>
          <a:p>
            <a:r>
              <a:rPr lang="es-ES" sz="4800" b="1" dirty="0"/>
              <a:t>HAIKU 4.5</a:t>
            </a:r>
          </a:p>
        </p:txBody>
      </p:sp>
      <p:pic>
        <p:nvPicPr>
          <p:cNvPr id="7" name="Picture 6" descr="OpenAI Codex para macOS: un app independiente para desarrollar skills y  manejar múltiples agentes IA a la vez - BitsCloud">
            <a:extLst>
              <a:ext uri="{FF2B5EF4-FFF2-40B4-BE49-F238E27FC236}">
                <a16:creationId xmlns:a16="http://schemas.microsoft.com/office/drawing/2014/main" id="{0A839A77-68A1-9E55-930C-C6820E39404C}"/>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3379" t="20215" r="14381" b="22983"/>
          <a:stretch>
            <a:fillRect/>
          </a:stretch>
        </p:blipFill>
        <p:spPr bwMode="auto">
          <a:xfrm>
            <a:off x="1477963" y="5979513"/>
            <a:ext cx="2587211" cy="1143000"/>
          </a:xfrm>
          <a:prstGeom prst="rect">
            <a:avLst/>
          </a:prstGeom>
          <a:noFill/>
          <a:extLst>
            <a:ext uri="{909E8E84-426E-40DD-AFC4-6F175D3DCCD1}">
              <a14:hiddenFill xmlns:a14="http://schemas.microsoft.com/office/drawing/2010/main">
                <a:solidFill>
                  <a:srgbClr val="FFFFFF"/>
                </a:solidFill>
              </a14:hiddenFill>
            </a:ext>
          </a:extLst>
        </p:spPr>
      </p:pic>
      <p:sp>
        <p:nvSpPr>
          <p:cNvPr id="8" name="Right Brace 7">
            <a:extLst>
              <a:ext uri="{FF2B5EF4-FFF2-40B4-BE49-F238E27FC236}">
                <a16:creationId xmlns:a16="http://schemas.microsoft.com/office/drawing/2014/main" id="{872C11BA-5A52-07D3-B55B-C70170997EBB}"/>
              </a:ext>
            </a:extLst>
          </p:cNvPr>
          <p:cNvSpPr/>
          <p:nvPr/>
        </p:nvSpPr>
        <p:spPr>
          <a:xfrm rot="10800000">
            <a:off x="5861049" y="5654675"/>
            <a:ext cx="762000" cy="187255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9" name="TextBox 8">
            <a:extLst>
              <a:ext uri="{FF2B5EF4-FFF2-40B4-BE49-F238E27FC236}">
                <a16:creationId xmlns:a16="http://schemas.microsoft.com/office/drawing/2014/main" id="{18D7F7C8-ADAB-F954-2A48-2A347FE2F3BB}"/>
              </a:ext>
            </a:extLst>
          </p:cNvPr>
          <p:cNvSpPr txBox="1"/>
          <p:nvPr/>
        </p:nvSpPr>
        <p:spPr>
          <a:xfrm>
            <a:off x="7199724" y="6135514"/>
            <a:ext cx="2438398" cy="830997"/>
          </a:xfrm>
          <a:prstGeom prst="rect">
            <a:avLst/>
          </a:prstGeom>
          <a:noFill/>
        </p:spPr>
        <p:txBody>
          <a:bodyPr wrap="square" rtlCol="0">
            <a:spAutoFit/>
          </a:bodyPr>
          <a:lstStyle/>
          <a:p>
            <a:r>
              <a:rPr lang="es-ES" sz="4800" b="1" dirty="0"/>
              <a:t>gpt-5.4</a:t>
            </a:r>
          </a:p>
        </p:txBody>
      </p:sp>
      <p:sp>
        <p:nvSpPr>
          <p:cNvPr id="10" name="TextBox 9">
            <a:extLst>
              <a:ext uri="{FF2B5EF4-FFF2-40B4-BE49-F238E27FC236}">
                <a16:creationId xmlns:a16="http://schemas.microsoft.com/office/drawing/2014/main" id="{B6454B98-4139-C51F-4F31-42CA6B848B4F}"/>
              </a:ext>
            </a:extLst>
          </p:cNvPr>
          <p:cNvSpPr txBox="1"/>
          <p:nvPr/>
        </p:nvSpPr>
        <p:spPr>
          <a:xfrm>
            <a:off x="10454187" y="6135513"/>
            <a:ext cx="4648200" cy="830997"/>
          </a:xfrm>
          <a:prstGeom prst="rect">
            <a:avLst/>
          </a:prstGeom>
          <a:noFill/>
        </p:spPr>
        <p:txBody>
          <a:bodyPr wrap="square" rtlCol="0">
            <a:spAutoFit/>
          </a:bodyPr>
          <a:lstStyle/>
          <a:p>
            <a:r>
              <a:rPr lang="es-ES" sz="4800" b="1" dirty="0"/>
              <a:t>gpt-5.3-codex</a:t>
            </a:r>
          </a:p>
        </p:txBody>
      </p:sp>
      <p:sp>
        <p:nvSpPr>
          <p:cNvPr id="11" name="TextBox 10">
            <a:extLst>
              <a:ext uri="{FF2B5EF4-FFF2-40B4-BE49-F238E27FC236}">
                <a16:creationId xmlns:a16="http://schemas.microsoft.com/office/drawing/2014/main" id="{CC3D46E6-DDED-7992-A2E5-70F19181B975}"/>
              </a:ext>
            </a:extLst>
          </p:cNvPr>
          <p:cNvSpPr txBox="1"/>
          <p:nvPr/>
        </p:nvSpPr>
        <p:spPr>
          <a:xfrm>
            <a:off x="15767050" y="6175456"/>
            <a:ext cx="6629400" cy="830997"/>
          </a:xfrm>
          <a:prstGeom prst="rect">
            <a:avLst/>
          </a:prstGeom>
          <a:noFill/>
        </p:spPr>
        <p:txBody>
          <a:bodyPr wrap="square" rtlCol="0">
            <a:spAutoFit/>
          </a:bodyPr>
          <a:lstStyle/>
          <a:p>
            <a:r>
              <a:rPr lang="es-ES" sz="4800" b="1" dirty="0"/>
              <a:t>gpt-4.1</a:t>
            </a:r>
          </a:p>
        </p:txBody>
      </p:sp>
      <p:pic>
        <p:nvPicPr>
          <p:cNvPr id="12" name="Picture 10" descr="Google Adds “Agentic Vision” to Gemini 3 Flash - Edge AI and Vision Alliance">
            <a:extLst>
              <a:ext uri="{FF2B5EF4-FFF2-40B4-BE49-F238E27FC236}">
                <a16:creationId xmlns:a16="http://schemas.microsoft.com/office/drawing/2014/main" id="{7224FA30-B01F-FC84-62D5-EB8E6552FE2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10469" y="8261882"/>
            <a:ext cx="3298825" cy="744169"/>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2">
            <a:extLst>
              <a:ext uri="{FF2B5EF4-FFF2-40B4-BE49-F238E27FC236}">
                <a16:creationId xmlns:a16="http://schemas.microsoft.com/office/drawing/2014/main" id="{F54D9592-1146-E328-9BFA-91D7D7456575}"/>
              </a:ext>
            </a:extLst>
          </p:cNvPr>
          <p:cNvSpPr/>
          <p:nvPr/>
        </p:nvSpPr>
        <p:spPr>
          <a:xfrm rot="10800000">
            <a:off x="5861048" y="7908235"/>
            <a:ext cx="762000" cy="187255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6" name="TextBox 15">
            <a:extLst>
              <a:ext uri="{FF2B5EF4-FFF2-40B4-BE49-F238E27FC236}">
                <a16:creationId xmlns:a16="http://schemas.microsoft.com/office/drawing/2014/main" id="{31C8A7C1-CD24-3628-8D45-D2EA572AE1A2}"/>
              </a:ext>
            </a:extLst>
          </p:cNvPr>
          <p:cNvSpPr txBox="1"/>
          <p:nvPr/>
        </p:nvSpPr>
        <p:spPr>
          <a:xfrm>
            <a:off x="7157356" y="8218467"/>
            <a:ext cx="4571093" cy="830997"/>
          </a:xfrm>
          <a:prstGeom prst="rect">
            <a:avLst/>
          </a:prstGeom>
          <a:noFill/>
        </p:spPr>
        <p:txBody>
          <a:bodyPr wrap="square" rtlCol="0">
            <a:spAutoFit/>
          </a:bodyPr>
          <a:lstStyle/>
          <a:p>
            <a:r>
              <a:rPr lang="es-ES" sz="4800" b="1" dirty="0"/>
              <a:t>Gemini 3.1 Pro</a:t>
            </a:r>
          </a:p>
        </p:txBody>
      </p:sp>
      <p:sp>
        <p:nvSpPr>
          <p:cNvPr id="20" name="TextBox 19">
            <a:extLst>
              <a:ext uri="{FF2B5EF4-FFF2-40B4-BE49-F238E27FC236}">
                <a16:creationId xmlns:a16="http://schemas.microsoft.com/office/drawing/2014/main" id="{251F5CCF-061F-6F47-D594-CAFEAD3ECCD4}"/>
              </a:ext>
            </a:extLst>
          </p:cNvPr>
          <p:cNvSpPr txBox="1"/>
          <p:nvPr/>
        </p:nvSpPr>
        <p:spPr>
          <a:xfrm>
            <a:off x="13481503" y="8218467"/>
            <a:ext cx="5412128" cy="830997"/>
          </a:xfrm>
          <a:prstGeom prst="rect">
            <a:avLst/>
          </a:prstGeom>
          <a:noFill/>
        </p:spPr>
        <p:txBody>
          <a:bodyPr wrap="square" rtlCol="0">
            <a:spAutoFit/>
          </a:bodyPr>
          <a:lstStyle/>
          <a:p>
            <a:r>
              <a:rPr lang="es-ES" sz="4800" b="1" dirty="0"/>
              <a:t>Gemini 3.1 Flash</a:t>
            </a:r>
          </a:p>
        </p:txBody>
      </p:sp>
    </p:spTree>
    <p:extLst>
      <p:ext uri="{BB962C8B-B14F-4D97-AF65-F5344CB8AC3E}">
        <p14:creationId xmlns:p14="http://schemas.microsoft.com/office/powerpoint/2010/main" val="87309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5" grpId="0"/>
      <p:bldP spid="6" grpId="0"/>
      <p:bldP spid="8" grpId="0" animBg="1"/>
      <p:bldP spid="9" grpId="0"/>
      <p:bldP spid="10" grpId="0"/>
      <p:bldP spid="11" grpId="0"/>
      <p:bldP spid="13" grpId="0" animBg="1"/>
      <p:bldP spid="16" grpId="0"/>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show="0">
  <p:cSld>
    <p:spTree>
      <p:nvGrpSpPr>
        <p:cNvPr id="1" name="">
          <a:extLst>
            <a:ext uri="{FF2B5EF4-FFF2-40B4-BE49-F238E27FC236}">
              <a16:creationId xmlns:a16="http://schemas.microsoft.com/office/drawing/2014/main" id="{50258876-B62E-37F4-7437-63359173E508}"/>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3F2606B6-0412-AC84-54A1-39B06C0870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2AA8B7C4-5810-3CDA-B272-04A8094F1D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B1F4717D-D339-9FEF-CA3F-234DDA0BCD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42521CAD-5BBD-7114-5AEA-5B62F31ECEE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B592E349-8D18-E927-0A4E-4911D3E920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1E59B52E-AA7B-F767-1D65-EE933F4D6D47}"/>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42847806-8CF3-A1DF-A2C5-D507BEB475D5}"/>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5E95C3EC-0C53-AA7A-5B39-3DE4395B035A}"/>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CEB727FB-D549-AF9D-2369-9298F04D0839}"/>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8419A314-27DA-95E7-1D33-54C99337E56D}"/>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59FF893D-155A-1FB7-A3C0-BDC15322C0A1}"/>
              </a:ext>
            </a:extLst>
          </p:cNvPr>
          <p:cNvSpPr txBox="1"/>
          <p:nvPr/>
        </p:nvSpPr>
        <p:spPr>
          <a:xfrm>
            <a:off x="146050" y="107950"/>
            <a:ext cx="9258300" cy="923330"/>
          </a:xfrm>
          <a:prstGeom prst="rect">
            <a:avLst/>
          </a:prstGeom>
          <a:noFill/>
        </p:spPr>
        <p:txBody>
          <a:bodyPr wrap="square" rtlCol="0">
            <a:spAutoFit/>
          </a:bodyPr>
          <a:lstStyle/>
          <a:p>
            <a:r>
              <a:rPr lang="es-ES" sz="3600" b="1" spc="-10" dirty="0">
                <a:solidFill>
                  <a:srgbClr val="0E1C34"/>
                </a:solidFill>
                <a:latin typeface="Calibri" panose="020F0502020204030204" pitchFamily="34" charset="0"/>
                <a:ea typeface="+mj-ea"/>
                <a:cs typeface="Calibri" panose="020F0502020204030204" pitchFamily="34" charset="0"/>
              </a:rPr>
              <a:t>00  Panorama actual - La IA en 2026</a:t>
            </a:r>
          </a:p>
          <a:p>
            <a:endParaRPr lang="es-ES" dirty="0"/>
          </a:p>
        </p:txBody>
      </p:sp>
      <p:sp>
        <p:nvSpPr>
          <p:cNvPr id="19" name="TextBox 18">
            <a:extLst>
              <a:ext uri="{FF2B5EF4-FFF2-40B4-BE49-F238E27FC236}">
                <a16:creationId xmlns:a16="http://schemas.microsoft.com/office/drawing/2014/main" id="{A0E0E20E-C4B1-3ADE-2149-27A1CE9D3535}"/>
              </a:ext>
            </a:extLst>
          </p:cNvPr>
          <p:cNvSpPr txBox="1"/>
          <p:nvPr/>
        </p:nvSpPr>
        <p:spPr>
          <a:xfrm>
            <a:off x="462643" y="1031280"/>
            <a:ext cx="7004958" cy="923330"/>
          </a:xfrm>
          <a:prstGeom prst="rect">
            <a:avLst/>
          </a:prstGeom>
          <a:noFill/>
          <a:ln w="25400">
            <a:solidFill>
              <a:schemeClr val="tx1"/>
            </a:solidFill>
          </a:ln>
        </p:spPr>
        <p:txBody>
          <a:bodyPr wrap="square" rtlCol="0">
            <a:spAutoFit/>
          </a:bodyPr>
          <a:lstStyle/>
          <a:p>
            <a:r>
              <a:rPr lang="es-ES" sz="5400" dirty="0"/>
              <a:t>Situación Marzo 2026</a:t>
            </a:r>
          </a:p>
        </p:txBody>
      </p:sp>
      <p:sp>
        <p:nvSpPr>
          <p:cNvPr id="14" name="TextBox 13">
            <a:extLst>
              <a:ext uri="{FF2B5EF4-FFF2-40B4-BE49-F238E27FC236}">
                <a16:creationId xmlns:a16="http://schemas.microsoft.com/office/drawing/2014/main" id="{D9690718-6A8E-6509-FE18-BDE7BE25AAF0}"/>
              </a:ext>
            </a:extLst>
          </p:cNvPr>
          <p:cNvSpPr txBox="1"/>
          <p:nvPr/>
        </p:nvSpPr>
        <p:spPr>
          <a:xfrm>
            <a:off x="1419225" y="2454275"/>
            <a:ext cx="2763043" cy="646331"/>
          </a:xfrm>
          <a:prstGeom prst="rect">
            <a:avLst/>
          </a:prstGeom>
          <a:noFill/>
          <a:ln w="25400">
            <a:solidFill>
              <a:srgbClr val="00B050"/>
            </a:solidFill>
          </a:ln>
        </p:spPr>
        <p:txBody>
          <a:bodyPr wrap="square" rtlCol="0">
            <a:spAutoFit/>
          </a:bodyPr>
          <a:lstStyle/>
          <a:p>
            <a:r>
              <a:rPr lang="es-ES" sz="3600" dirty="0"/>
              <a:t>IA en el IDE</a:t>
            </a:r>
          </a:p>
        </p:txBody>
      </p:sp>
      <p:pic>
        <p:nvPicPr>
          <p:cNvPr id="21" name="Picture 20">
            <a:extLst>
              <a:ext uri="{FF2B5EF4-FFF2-40B4-BE49-F238E27FC236}">
                <a16:creationId xmlns:a16="http://schemas.microsoft.com/office/drawing/2014/main" id="{75272291-6058-87FF-C770-6FC22CF5D529}"/>
              </a:ext>
            </a:extLst>
          </p:cNvPr>
          <p:cNvPicPr>
            <a:picLocks noChangeAspect="1"/>
          </p:cNvPicPr>
          <p:nvPr/>
        </p:nvPicPr>
        <p:blipFill>
          <a:blip r:embed="rId8"/>
          <a:stretch>
            <a:fillRect/>
          </a:stretch>
        </p:blipFill>
        <p:spPr>
          <a:xfrm>
            <a:off x="5324997" y="2606675"/>
            <a:ext cx="13719106" cy="7468495"/>
          </a:xfrm>
          <a:prstGeom prst="rect">
            <a:avLst/>
          </a:prstGeom>
        </p:spPr>
      </p:pic>
      <p:pic>
        <p:nvPicPr>
          <p:cNvPr id="22" name="Picture 14">
            <a:extLst>
              <a:ext uri="{FF2B5EF4-FFF2-40B4-BE49-F238E27FC236}">
                <a16:creationId xmlns:a16="http://schemas.microsoft.com/office/drawing/2014/main" id="{0FD2346B-C856-5BCD-C62D-B24385529F7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89756" y="5147508"/>
            <a:ext cx="2424432" cy="2424432"/>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22">
            <a:extLst>
              <a:ext uri="{FF2B5EF4-FFF2-40B4-BE49-F238E27FC236}">
                <a16:creationId xmlns:a16="http://schemas.microsoft.com/office/drawing/2014/main" id="{F029782C-BA18-088F-C44D-761BA58215D3}"/>
              </a:ext>
            </a:extLst>
          </p:cNvPr>
          <p:cNvSpPr/>
          <p:nvPr/>
        </p:nvSpPr>
        <p:spPr>
          <a:xfrm>
            <a:off x="12947650" y="2749406"/>
            <a:ext cx="6020253" cy="7220636"/>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5" name="Picture 24">
            <a:extLst>
              <a:ext uri="{FF2B5EF4-FFF2-40B4-BE49-F238E27FC236}">
                <a16:creationId xmlns:a16="http://schemas.microsoft.com/office/drawing/2014/main" id="{8D3E8593-FF6B-D4D2-C5BD-940306335F1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3711022" y="1535887"/>
            <a:ext cx="4493508" cy="566182"/>
          </a:xfrm>
          <a:prstGeom prst="rect">
            <a:avLst/>
          </a:prstGeom>
        </p:spPr>
      </p:pic>
    </p:spTree>
    <p:extLst>
      <p:ext uri="{BB962C8B-B14F-4D97-AF65-F5344CB8AC3E}">
        <p14:creationId xmlns:p14="http://schemas.microsoft.com/office/powerpoint/2010/main" val="2725234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par>
                                <p:cTn id="18" presetID="10" presetClass="entr" presetSubtype="0" fill="hold"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show="0">
  <p:cSld>
    <p:spTree>
      <p:nvGrpSpPr>
        <p:cNvPr id="1" name="">
          <a:extLst>
            <a:ext uri="{FF2B5EF4-FFF2-40B4-BE49-F238E27FC236}">
              <a16:creationId xmlns:a16="http://schemas.microsoft.com/office/drawing/2014/main" id="{1EBBBCF0-3ECC-1E9F-B96D-623940CADD2F}"/>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11F07DA6-C4D8-F9B1-0DA8-42C1E7AED2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3346BEB1-76BC-59F2-8DD4-56B5133584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199E5231-302C-B3FE-2A16-5DED41AFCA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9EB2E2BF-A060-23C5-2AA4-100CA56671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5DFD7E93-00E4-2B93-4CCE-212F072DE1B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4344E928-579D-BE53-6478-AD9D28B9C7B6}"/>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D9A50344-1A9B-1065-5330-73E8416A8BF7}"/>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C01E5793-EF3F-A643-550E-DC27487C4732}"/>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A8FCE2D4-C099-F76F-D180-08CB4094A68E}"/>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EB598839-DD87-5927-EA4F-7D8CF0BE0E8A}"/>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B0BA33D2-7A29-F822-FD1B-2BCDA33D9944}"/>
              </a:ext>
            </a:extLst>
          </p:cNvPr>
          <p:cNvSpPr txBox="1"/>
          <p:nvPr/>
        </p:nvSpPr>
        <p:spPr>
          <a:xfrm>
            <a:off x="146050" y="107950"/>
            <a:ext cx="9258300" cy="923330"/>
          </a:xfrm>
          <a:prstGeom prst="rect">
            <a:avLst/>
          </a:prstGeom>
          <a:noFill/>
        </p:spPr>
        <p:txBody>
          <a:bodyPr wrap="square" rtlCol="0">
            <a:spAutoFit/>
          </a:bodyPr>
          <a:lstStyle/>
          <a:p>
            <a:r>
              <a:rPr lang="es-ES" sz="3600" b="1" spc="-10" dirty="0">
                <a:solidFill>
                  <a:srgbClr val="0E1C34"/>
                </a:solidFill>
                <a:latin typeface="Calibri" panose="020F0502020204030204" pitchFamily="34" charset="0"/>
                <a:ea typeface="+mj-ea"/>
                <a:cs typeface="Calibri" panose="020F0502020204030204" pitchFamily="34" charset="0"/>
              </a:rPr>
              <a:t>00  Panorama actual - La IA en 2026</a:t>
            </a:r>
          </a:p>
          <a:p>
            <a:endParaRPr lang="es-ES" dirty="0"/>
          </a:p>
        </p:txBody>
      </p:sp>
      <p:sp>
        <p:nvSpPr>
          <p:cNvPr id="19" name="TextBox 18">
            <a:extLst>
              <a:ext uri="{FF2B5EF4-FFF2-40B4-BE49-F238E27FC236}">
                <a16:creationId xmlns:a16="http://schemas.microsoft.com/office/drawing/2014/main" id="{EA8C4022-E1B2-3ECF-7B03-218BC59DF06B}"/>
              </a:ext>
            </a:extLst>
          </p:cNvPr>
          <p:cNvSpPr txBox="1"/>
          <p:nvPr/>
        </p:nvSpPr>
        <p:spPr>
          <a:xfrm>
            <a:off x="462643" y="1031280"/>
            <a:ext cx="7004958" cy="923330"/>
          </a:xfrm>
          <a:prstGeom prst="rect">
            <a:avLst/>
          </a:prstGeom>
          <a:noFill/>
          <a:ln w="25400">
            <a:solidFill>
              <a:schemeClr val="tx1"/>
            </a:solidFill>
          </a:ln>
        </p:spPr>
        <p:txBody>
          <a:bodyPr wrap="square" rtlCol="0">
            <a:spAutoFit/>
          </a:bodyPr>
          <a:lstStyle/>
          <a:p>
            <a:r>
              <a:rPr lang="es-ES" sz="5400" dirty="0"/>
              <a:t>Situación Marzo 2026</a:t>
            </a:r>
          </a:p>
        </p:txBody>
      </p:sp>
      <p:sp>
        <p:nvSpPr>
          <p:cNvPr id="2" name="TextBox 1">
            <a:extLst>
              <a:ext uri="{FF2B5EF4-FFF2-40B4-BE49-F238E27FC236}">
                <a16:creationId xmlns:a16="http://schemas.microsoft.com/office/drawing/2014/main" id="{C755432F-F7C7-52D5-D144-F99BBD5D69B2}"/>
              </a:ext>
            </a:extLst>
          </p:cNvPr>
          <p:cNvSpPr txBox="1"/>
          <p:nvPr/>
        </p:nvSpPr>
        <p:spPr>
          <a:xfrm>
            <a:off x="2279650" y="2454275"/>
            <a:ext cx="2763043" cy="646331"/>
          </a:xfrm>
          <a:prstGeom prst="rect">
            <a:avLst/>
          </a:prstGeom>
          <a:noFill/>
          <a:ln w="25400">
            <a:solidFill>
              <a:schemeClr val="accent4"/>
            </a:solidFill>
          </a:ln>
        </p:spPr>
        <p:txBody>
          <a:bodyPr wrap="square" rtlCol="0">
            <a:spAutoFit/>
          </a:bodyPr>
          <a:lstStyle/>
          <a:p>
            <a:r>
              <a:rPr lang="es-ES" sz="3600" dirty="0"/>
              <a:t>IA en el CLI</a:t>
            </a:r>
          </a:p>
        </p:txBody>
      </p:sp>
      <p:pic>
        <p:nvPicPr>
          <p:cNvPr id="5" name="Picture 4">
            <a:extLst>
              <a:ext uri="{FF2B5EF4-FFF2-40B4-BE49-F238E27FC236}">
                <a16:creationId xmlns:a16="http://schemas.microsoft.com/office/drawing/2014/main" id="{424992B8-6700-DCB6-7B70-AF93953AE736}"/>
              </a:ext>
            </a:extLst>
          </p:cNvPr>
          <p:cNvPicPr>
            <a:picLocks noChangeAspect="1"/>
          </p:cNvPicPr>
          <p:nvPr/>
        </p:nvPicPr>
        <p:blipFill>
          <a:blip r:embed="rId8"/>
          <a:stretch>
            <a:fillRect/>
          </a:stretch>
        </p:blipFill>
        <p:spPr>
          <a:xfrm>
            <a:off x="6013450" y="3292475"/>
            <a:ext cx="13182600" cy="6516464"/>
          </a:xfrm>
          <a:prstGeom prst="rect">
            <a:avLst/>
          </a:prstGeom>
        </p:spPr>
      </p:pic>
      <p:pic>
        <p:nvPicPr>
          <p:cNvPr id="6" name="Picture 20">
            <a:extLst>
              <a:ext uri="{FF2B5EF4-FFF2-40B4-BE49-F238E27FC236}">
                <a16:creationId xmlns:a16="http://schemas.microsoft.com/office/drawing/2014/main" id="{83AC96DA-3168-5003-9778-F1CF63C038A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8393" y="5604754"/>
            <a:ext cx="3924300" cy="116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106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1795F0F-B0F0-EFF6-57F8-B442A979BD62}"/>
            </a:ext>
          </a:extLst>
        </p:cNvPr>
        <p:cNvGrpSpPr/>
        <p:nvPr/>
      </p:nvGrpSpPr>
      <p:grpSpPr>
        <a:xfrm>
          <a:off x="0" y="0"/>
          <a:ext cx="0" cy="0"/>
          <a:chOff x="0" y="0"/>
          <a:chExt cx="0" cy="0"/>
        </a:xfrm>
      </p:grpSpPr>
      <p:pic>
        <p:nvPicPr>
          <p:cNvPr id="1034" name="Picture 10" descr="LLM: modelos de lenguaje para negocios y automatización ✓">
            <a:extLst>
              <a:ext uri="{FF2B5EF4-FFF2-40B4-BE49-F238E27FC236}">
                <a16:creationId xmlns:a16="http://schemas.microsoft.com/office/drawing/2014/main" id="{AB3B1D4E-DCD1-9632-FF1D-B686E66699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05214" y="8719347"/>
            <a:ext cx="3335336" cy="2175666"/>
          </a:xfrm>
          <a:prstGeom prst="rect">
            <a:avLst/>
          </a:prstGeom>
          <a:noFill/>
          <a:extLst>
            <a:ext uri="{909E8E84-426E-40DD-AFC4-6F175D3DCCD1}">
              <a14:hiddenFill xmlns:a14="http://schemas.microsoft.com/office/drawing/2010/main">
                <a:solidFill>
                  <a:srgbClr val="FFFFFF"/>
                </a:solidFill>
              </a14:hiddenFill>
            </a:ext>
          </a:extLst>
        </p:spPr>
      </p:pic>
      <p:pic>
        <p:nvPicPr>
          <p:cNvPr id="9220" name="object 31">
            <a:extLst>
              <a:ext uri="{FF2B5EF4-FFF2-40B4-BE49-F238E27FC236}">
                <a16:creationId xmlns:a16="http://schemas.microsoft.com/office/drawing/2014/main" id="{82C49857-6615-D928-FC65-5D6D599E7F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F9E2EE6D-C39A-B344-3B6B-C9C80E72A4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556711B9-9512-34F9-94B8-E0E0EA6D60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BCEBE4B8-2592-00AD-CF4A-8B9F9221453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757DF308-DEB7-4633-C25C-910E27113C1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2E6DE405-A297-2685-0122-4E0D625ABB74}"/>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A05ACB3E-D33A-D39A-7342-80500CBE3142}"/>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60C1402A-B23D-CD2A-4C99-70DC8304472B}"/>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1ED7617C-D3C4-BFAC-9DD7-8E3F2CA5EA9E}"/>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4AC0AD35-F9EC-E85A-9751-B007EBF48340}"/>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D2C46588-8290-7122-E9F7-A71BB27701B6}"/>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01  ¿Qué es un LLM?</a:t>
            </a:r>
          </a:p>
          <a:p>
            <a:endParaRPr lang="es-ES" dirty="0"/>
          </a:p>
        </p:txBody>
      </p:sp>
      <p:sp>
        <p:nvSpPr>
          <p:cNvPr id="10" name="Rectangle 3">
            <a:extLst>
              <a:ext uri="{FF2B5EF4-FFF2-40B4-BE49-F238E27FC236}">
                <a16:creationId xmlns:a16="http://schemas.microsoft.com/office/drawing/2014/main" id="{52D10473-2ADF-C06C-03A5-27D45A09CFC9}"/>
              </a:ext>
            </a:extLst>
          </p:cNvPr>
          <p:cNvSpPr>
            <a:spLocks noChangeArrowheads="1"/>
          </p:cNvSpPr>
          <p:nvPr/>
        </p:nvSpPr>
        <p:spPr bwMode="auto">
          <a:xfrm>
            <a:off x="4052882" y="4511675"/>
            <a:ext cx="1199833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1500" b="0" i="0" u="none" strike="noStrike" cap="none" normalizeH="0" baseline="0" dirty="0">
                <a:ln>
                  <a:noFill/>
                </a:ln>
                <a:solidFill>
                  <a:schemeClr val="tx1"/>
                </a:solidFill>
                <a:effectLst/>
                <a:latin typeface="Arial" panose="020B0604020202020204" pitchFamily="34" charset="0"/>
              </a:rPr>
              <a:t>¿Qué es un LLM?</a:t>
            </a:r>
          </a:p>
        </p:txBody>
      </p:sp>
    </p:spTree>
    <p:extLst>
      <p:ext uri="{BB962C8B-B14F-4D97-AF65-F5344CB8AC3E}">
        <p14:creationId xmlns:p14="http://schemas.microsoft.com/office/powerpoint/2010/main" val="2894351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C039706-B093-C329-DDBA-DEB21DD00546}"/>
            </a:ext>
          </a:extLst>
        </p:cNvPr>
        <p:cNvGrpSpPr/>
        <p:nvPr/>
      </p:nvGrpSpPr>
      <p:grpSpPr>
        <a:xfrm>
          <a:off x="0" y="0"/>
          <a:ext cx="0" cy="0"/>
          <a:chOff x="0" y="0"/>
          <a:chExt cx="0" cy="0"/>
        </a:xfrm>
      </p:grpSpPr>
      <p:pic>
        <p:nvPicPr>
          <p:cNvPr id="1034" name="Picture 10" descr="LLM: modelos de lenguaje para negocios y automatización ✓">
            <a:extLst>
              <a:ext uri="{FF2B5EF4-FFF2-40B4-BE49-F238E27FC236}">
                <a16:creationId xmlns:a16="http://schemas.microsoft.com/office/drawing/2014/main" id="{5CCC5126-88AA-6D5D-C7AE-539AA2D929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05214" y="8719347"/>
            <a:ext cx="3335336" cy="2175666"/>
          </a:xfrm>
          <a:prstGeom prst="rect">
            <a:avLst/>
          </a:prstGeom>
          <a:noFill/>
          <a:extLst>
            <a:ext uri="{909E8E84-426E-40DD-AFC4-6F175D3DCCD1}">
              <a14:hiddenFill xmlns:a14="http://schemas.microsoft.com/office/drawing/2010/main">
                <a:solidFill>
                  <a:srgbClr val="FFFFFF"/>
                </a:solidFill>
              </a14:hiddenFill>
            </a:ext>
          </a:extLst>
        </p:spPr>
      </p:pic>
      <p:pic>
        <p:nvPicPr>
          <p:cNvPr id="9220" name="object 31">
            <a:extLst>
              <a:ext uri="{FF2B5EF4-FFF2-40B4-BE49-F238E27FC236}">
                <a16:creationId xmlns:a16="http://schemas.microsoft.com/office/drawing/2014/main" id="{610AC1D0-096D-0E38-5BA6-7A395AA4F8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99ADD87D-DA5E-074D-8C99-C657947BAB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F7592278-EC46-7ECD-9FC6-97D66784CE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E35933F8-5E97-E762-168A-8FBA9C8E58D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6A5D36C5-8A98-5FA8-729A-8DB9B2226F6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905073C2-816D-06FD-4FFC-51E6D51ADA56}"/>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AD14F59A-F7C0-23B9-6277-8086F1A9007D}"/>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D0376863-460A-C55C-3DB7-EDA09372C40B}"/>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489E0CB3-3AC7-B7BF-44C9-D39FC0E0CF1C}"/>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26DB2B9A-E4D1-9A89-4BC5-E9D7804ED4D0}"/>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9E18F2FA-F5F0-CCE6-FA04-ABD0964B6F38}"/>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01  ¿Qué es un LLM?</a:t>
            </a:r>
          </a:p>
          <a:p>
            <a:endParaRPr lang="es-ES" dirty="0"/>
          </a:p>
        </p:txBody>
      </p:sp>
      <p:sp>
        <p:nvSpPr>
          <p:cNvPr id="10" name="Rectangle 3">
            <a:extLst>
              <a:ext uri="{FF2B5EF4-FFF2-40B4-BE49-F238E27FC236}">
                <a16:creationId xmlns:a16="http://schemas.microsoft.com/office/drawing/2014/main" id="{24DC0A8E-9965-3394-0D10-A1A0975DF853}"/>
              </a:ext>
            </a:extLst>
          </p:cNvPr>
          <p:cNvSpPr>
            <a:spLocks noChangeArrowheads="1"/>
          </p:cNvSpPr>
          <p:nvPr/>
        </p:nvSpPr>
        <p:spPr bwMode="auto">
          <a:xfrm>
            <a:off x="1037359" y="3667639"/>
            <a:ext cx="17802223" cy="349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a:r>
              <a:rPr lang="es-ES" sz="3200" dirty="0"/>
              <a:t>Un </a:t>
            </a:r>
            <a:r>
              <a:rPr lang="es-ES" sz="3200" b="1" dirty="0"/>
              <a:t>LLM</a:t>
            </a:r>
            <a:r>
              <a:rPr lang="es-ES" sz="3200" dirty="0"/>
              <a:t> (</a:t>
            </a:r>
            <a:r>
              <a:rPr lang="es-ES" sz="3200" dirty="0" err="1"/>
              <a:t>Large</a:t>
            </a:r>
            <a:r>
              <a:rPr lang="es-ES" sz="3200" dirty="0"/>
              <a:t> </a:t>
            </a:r>
            <a:r>
              <a:rPr lang="es-ES" sz="3200" dirty="0" err="1"/>
              <a:t>Language</a:t>
            </a:r>
            <a:r>
              <a:rPr lang="es-ES" sz="3200" dirty="0"/>
              <a:t> </a:t>
            </a:r>
            <a:r>
              <a:rPr lang="es-ES" sz="3200" dirty="0" err="1"/>
              <a:t>Model</a:t>
            </a:r>
            <a:r>
              <a:rPr lang="es-ES" sz="3200" dirty="0"/>
              <a:t>, o Modelo de Lenguaje de Gran Tamaño) es una inteligencia artificial diseñada para </a:t>
            </a:r>
            <a:r>
              <a:rPr lang="es-ES" sz="3200" b="1" dirty="0"/>
              <a:t>entender, procesar y generar texto</a:t>
            </a:r>
            <a:r>
              <a:rPr lang="es-ES" sz="3200" dirty="0"/>
              <a:t> de manera similar a como lo haría un ser humano.</a:t>
            </a:r>
          </a:p>
          <a:p>
            <a:pPr lvl="0"/>
            <a:endParaRPr kumimoji="0" lang="es-ES" altLang="es-ES" sz="3200" b="0" i="0" u="none" strike="noStrike" cap="none" normalizeH="0" baseline="0" dirty="0">
              <a:ln>
                <a:noFill/>
              </a:ln>
              <a:solidFill>
                <a:schemeClr val="tx1"/>
              </a:solidFill>
              <a:effectLst/>
              <a:latin typeface="Arial" panose="020B0604020202020204" pitchFamily="34" charset="0"/>
            </a:endParaRPr>
          </a:p>
          <a:p>
            <a:pPr lvl="0"/>
            <a:r>
              <a:rPr lang="es-ES" sz="3200" dirty="0"/>
              <a:t>En términos sencillos, imagínalo como un </a:t>
            </a:r>
            <a:r>
              <a:rPr lang="es-ES" sz="3200" b="1" dirty="0"/>
              <a:t>"autocompletar" superpotente</a:t>
            </a:r>
            <a:r>
              <a:rPr lang="es-ES" sz="3200" dirty="0"/>
              <a:t>. Mientras que tu móvil predice la siguiente palabra de un mensaje, un LLM ha leído casi todo el internet y puede predecir párrafos enteros, escribir ensayos o mantener una conversación coherente.</a:t>
            </a:r>
            <a:endParaRPr kumimoji="0" lang="es-ES" altLang="es-E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0091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F79EF13-F2BF-89B5-1A09-369D82473CF0}"/>
            </a:ext>
          </a:extLst>
        </p:cNvPr>
        <p:cNvGrpSpPr/>
        <p:nvPr/>
      </p:nvGrpSpPr>
      <p:grpSpPr>
        <a:xfrm>
          <a:off x="0" y="0"/>
          <a:ext cx="0" cy="0"/>
          <a:chOff x="0" y="0"/>
          <a:chExt cx="0" cy="0"/>
        </a:xfrm>
      </p:grpSpPr>
      <p:pic>
        <p:nvPicPr>
          <p:cNvPr id="1034" name="Picture 10" descr="LLM: modelos de lenguaje para negocios y automatización ✓">
            <a:extLst>
              <a:ext uri="{FF2B5EF4-FFF2-40B4-BE49-F238E27FC236}">
                <a16:creationId xmlns:a16="http://schemas.microsoft.com/office/drawing/2014/main" id="{45272251-F836-F4B7-80BC-1A6A32C240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05214" y="8719347"/>
            <a:ext cx="3335336" cy="2175666"/>
          </a:xfrm>
          <a:prstGeom prst="rect">
            <a:avLst/>
          </a:prstGeom>
          <a:noFill/>
          <a:extLst>
            <a:ext uri="{909E8E84-426E-40DD-AFC4-6F175D3DCCD1}">
              <a14:hiddenFill xmlns:a14="http://schemas.microsoft.com/office/drawing/2010/main">
                <a:solidFill>
                  <a:srgbClr val="FFFFFF"/>
                </a:solidFill>
              </a14:hiddenFill>
            </a:ext>
          </a:extLst>
        </p:spPr>
      </p:pic>
      <p:pic>
        <p:nvPicPr>
          <p:cNvPr id="9220" name="object 31">
            <a:extLst>
              <a:ext uri="{FF2B5EF4-FFF2-40B4-BE49-F238E27FC236}">
                <a16:creationId xmlns:a16="http://schemas.microsoft.com/office/drawing/2014/main" id="{1E4301B3-C5B3-C340-631D-77303A9CCC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908E5111-E679-79EE-F748-C475563310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1B91461B-3599-4D89-A951-B86FD89BB1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CF188015-2C32-32B2-9082-F4B1029959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078093F5-09DF-62E0-12B9-F9EE55FDEB0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966AD2D9-B712-5110-5D23-3C6EE6431B87}"/>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CBA4168A-9FA0-23C3-6FB8-DEB1F700DF01}"/>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C501E097-F09C-0158-08A2-0038E013104E}"/>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F0B8573B-EE74-1430-0026-0E60ED0662D9}"/>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10A9B429-8659-FAD4-89FA-F3B2CE582C86}"/>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58ED3A3D-7C57-98B5-389D-A84F0D59A4B0}"/>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01  ¿Qué es un LLM?</a:t>
            </a:r>
          </a:p>
          <a:p>
            <a:endParaRPr lang="es-ES" dirty="0"/>
          </a:p>
        </p:txBody>
      </p:sp>
      <p:sp>
        <p:nvSpPr>
          <p:cNvPr id="7" name="TextBox 6">
            <a:extLst>
              <a:ext uri="{FF2B5EF4-FFF2-40B4-BE49-F238E27FC236}">
                <a16:creationId xmlns:a16="http://schemas.microsoft.com/office/drawing/2014/main" id="{B3260DB7-527B-397F-774F-9638EFD76197}"/>
              </a:ext>
            </a:extLst>
          </p:cNvPr>
          <p:cNvSpPr txBox="1"/>
          <p:nvPr/>
        </p:nvSpPr>
        <p:spPr>
          <a:xfrm>
            <a:off x="1322393" y="3292475"/>
            <a:ext cx="16692557" cy="6001643"/>
          </a:xfrm>
          <a:prstGeom prst="rect">
            <a:avLst/>
          </a:prstGeom>
          <a:noFill/>
        </p:spPr>
        <p:txBody>
          <a:bodyPr wrap="square">
            <a:spAutoFit/>
          </a:bodyPr>
          <a:lstStyle/>
          <a:p>
            <a:r>
              <a:rPr lang="es-ES" sz="3200" dirty="0"/>
              <a:t>Imagina a un bibliotecario que ha leído millones de libros, artículos y chats. No "entiende" los sentimientos, pero conoce tan bien los patrones del lenguaje que sabe exactamente qué palabras suelen ir juntas.</a:t>
            </a:r>
          </a:p>
          <a:p>
            <a:endParaRPr lang="es-ES" sz="3200" dirty="0"/>
          </a:p>
          <a:p>
            <a:endParaRPr lang="es-ES" sz="3200" dirty="0"/>
          </a:p>
          <a:p>
            <a:pPr marL="457200" indent="-457200">
              <a:buFont typeface="Arial" panose="020B0604020202020204" pitchFamily="34" charset="0"/>
              <a:buChar char="•"/>
            </a:pPr>
            <a:r>
              <a:rPr lang="es-ES" sz="3200" b="1" dirty="0"/>
              <a:t>Es "Grande"</a:t>
            </a:r>
            <a:r>
              <a:rPr lang="es-ES" sz="3200" dirty="0"/>
              <a:t>: Porque se entrena con volúmenes masivos de datos (libros, webs, código).</a:t>
            </a:r>
          </a:p>
          <a:p>
            <a:pPr marL="457200" indent="-457200">
              <a:buFont typeface="Arial" panose="020B0604020202020204" pitchFamily="34" charset="0"/>
              <a:buChar char="•"/>
            </a:pPr>
            <a:r>
              <a:rPr lang="es-ES" sz="3200" b="1" dirty="0"/>
              <a:t>Es un "Modelo"</a:t>
            </a:r>
            <a:r>
              <a:rPr lang="es-ES" sz="3200" dirty="0"/>
              <a:t>: Porque es una estructura matemática que representa cómo funciona el lenguaje.</a:t>
            </a:r>
          </a:p>
          <a:p>
            <a:pPr marL="457200" indent="-457200">
              <a:buFont typeface="Arial" panose="020B0604020202020204" pitchFamily="34" charset="0"/>
              <a:buChar char="•"/>
            </a:pPr>
            <a:r>
              <a:rPr lang="es-ES" sz="3200" b="1" dirty="0"/>
              <a:t>Predice</a:t>
            </a:r>
            <a:r>
              <a:rPr lang="es-ES" sz="3200" dirty="0"/>
              <a:t>: Su trabajo principal es adivinar cuál es la siguiente palabra más probable en una frase basándose en el contexto.</a:t>
            </a:r>
          </a:p>
          <a:p>
            <a:endParaRPr lang="es-ES" sz="3200" dirty="0"/>
          </a:p>
        </p:txBody>
      </p:sp>
      <p:sp>
        <p:nvSpPr>
          <p:cNvPr id="8" name="Rectangle 3">
            <a:extLst>
              <a:ext uri="{FF2B5EF4-FFF2-40B4-BE49-F238E27FC236}">
                <a16:creationId xmlns:a16="http://schemas.microsoft.com/office/drawing/2014/main" id="{24A8A7B0-91A8-9F51-C3E0-2F5965550296}"/>
              </a:ext>
            </a:extLst>
          </p:cNvPr>
          <p:cNvSpPr>
            <a:spLocks noChangeArrowheads="1"/>
          </p:cNvSpPr>
          <p:nvPr/>
        </p:nvSpPr>
        <p:spPr bwMode="auto">
          <a:xfrm>
            <a:off x="1388774" y="1817988"/>
            <a:ext cx="11998330" cy="87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5400" b="0" i="0" u="none" strike="noStrike" cap="none" normalizeH="0" baseline="0" dirty="0">
                <a:ln>
                  <a:noFill/>
                </a:ln>
                <a:solidFill>
                  <a:schemeClr val="tx1"/>
                </a:solidFill>
                <a:effectLst/>
                <a:latin typeface="Arial" panose="020B0604020202020204" pitchFamily="34" charset="0"/>
              </a:rPr>
              <a:t>¿Cómo funciona?</a:t>
            </a:r>
          </a:p>
        </p:txBody>
      </p:sp>
    </p:spTree>
    <p:extLst>
      <p:ext uri="{BB962C8B-B14F-4D97-AF65-F5344CB8AC3E}">
        <p14:creationId xmlns:p14="http://schemas.microsoft.com/office/powerpoint/2010/main" val="802050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2BA3B7C-E9CD-824B-7165-847A53C196D2}"/>
            </a:ext>
          </a:extLst>
        </p:cNvPr>
        <p:cNvGrpSpPr/>
        <p:nvPr/>
      </p:nvGrpSpPr>
      <p:grpSpPr>
        <a:xfrm>
          <a:off x="0" y="0"/>
          <a:ext cx="0" cy="0"/>
          <a:chOff x="0" y="0"/>
          <a:chExt cx="0" cy="0"/>
        </a:xfrm>
      </p:grpSpPr>
      <p:pic>
        <p:nvPicPr>
          <p:cNvPr id="1034" name="Picture 10" descr="LLM: modelos de lenguaje para negocios y automatización ✓">
            <a:extLst>
              <a:ext uri="{FF2B5EF4-FFF2-40B4-BE49-F238E27FC236}">
                <a16:creationId xmlns:a16="http://schemas.microsoft.com/office/drawing/2014/main" id="{4B8ED72F-E14D-BD1D-651F-8F76DEC1A6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05214" y="8719347"/>
            <a:ext cx="3335336" cy="2175666"/>
          </a:xfrm>
          <a:prstGeom prst="rect">
            <a:avLst/>
          </a:prstGeom>
          <a:noFill/>
          <a:extLst>
            <a:ext uri="{909E8E84-426E-40DD-AFC4-6F175D3DCCD1}">
              <a14:hiddenFill xmlns:a14="http://schemas.microsoft.com/office/drawing/2010/main">
                <a:solidFill>
                  <a:srgbClr val="FFFFFF"/>
                </a:solidFill>
              </a14:hiddenFill>
            </a:ext>
          </a:extLst>
        </p:spPr>
      </p:pic>
      <p:pic>
        <p:nvPicPr>
          <p:cNvPr id="9220" name="object 31">
            <a:extLst>
              <a:ext uri="{FF2B5EF4-FFF2-40B4-BE49-F238E27FC236}">
                <a16:creationId xmlns:a16="http://schemas.microsoft.com/office/drawing/2014/main" id="{E52CAFA0-7706-06BC-DB86-2B24DFDD94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D85A1631-1660-3614-DDA8-A1699CA78A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E46FE9DA-C07D-2C02-8880-69C1703B93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71641D39-63CC-F032-5ADE-6222F324A9A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D1376465-07EA-9CEF-5D6F-BFF3D7BEE09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D2CD62EF-6DBC-B1E7-530E-F49E84A746E0}"/>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FD157F3E-F966-6A71-248E-D39D03D5E14C}"/>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DFDF460B-2A74-CC2B-8B6F-2F188DC1846D}"/>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608885DA-7C02-C481-C2CC-4F52018298A3}"/>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DF5475A2-A3E3-A57D-D17B-B572551E90AA}"/>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D8321403-9EF5-8D3C-42C6-14644996E3FC}"/>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01  ¿Qué es un LLM?</a:t>
            </a:r>
          </a:p>
          <a:p>
            <a:endParaRPr lang="es-ES" dirty="0"/>
          </a:p>
        </p:txBody>
      </p:sp>
      <p:sp>
        <p:nvSpPr>
          <p:cNvPr id="7" name="TextBox 6">
            <a:extLst>
              <a:ext uri="{FF2B5EF4-FFF2-40B4-BE49-F238E27FC236}">
                <a16:creationId xmlns:a16="http://schemas.microsoft.com/office/drawing/2014/main" id="{6FFAD15A-B3B4-18EA-EF5F-21C6CD831403}"/>
              </a:ext>
            </a:extLst>
          </p:cNvPr>
          <p:cNvSpPr txBox="1"/>
          <p:nvPr/>
        </p:nvSpPr>
        <p:spPr>
          <a:xfrm>
            <a:off x="1322393" y="3292475"/>
            <a:ext cx="16692557" cy="5509200"/>
          </a:xfrm>
          <a:prstGeom prst="rect">
            <a:avLst/>
          </a:prstGeom>
          <a:noFill/>
        </p:spPr>
        <p:txBody>
          <a:bodyPr wrap="square">
            <a:spAutoFit/>
          </a:bodyPr>
          <a:lstStyle/>
          <a:p>
            <a:r>
              <a:rPr lang="es-ES" sz="3200" dirty="0"/>
              <a:t>Gracias a esa capacidad de "</a:t>
            </a:r>
            <a:r>
              <a:rPr lang="es-ES" sz="3200" b="1" dirty="0"/>
              <a:t>adivinar</a:t>
            </a:r>
            <a:r>
              <a:rPr lang="es-ES" sz="3200" dirty="0"/>
              <a:t>" y estructurar ideas, los </a:t>
            </a:r>
            <a:r>
              <a:rPr lang="es-ES" sz="3200" b="1" dirty="0"/>
              <a:t>LLM</a:t>
            </a:r>
            <a:r>
              <a:rPr lang="es-ES" sz="3200" dirty="0"/>
              <a:t> pueden realizar tareas como:</a:t>
            </a:r>
          </a:p>
          <a:p>
            <a:endParaRPr lang="es-ES" sz="3200" dirty="0"/>
          </a:p>
          <a:p>
            <a:endParaRPr lang="es-ES" sz="3200" dirty="0"/>
          </a:p>
          <a:p>
            <a:pPr marL="457200" indent="-457200">
              <a:buFont typeface="Arial" panose="020B0604020202020204" pitchFamily="34" charset="0"/>
              <a:buChar char="•"/>
            </a:pPr>
            <a:r>
              <a:rPr lang="es-ES" sz="3200" b="1" dirty="0"/>
              <a:t>Conversar</a:t>
            </a:r>
            <a:r>
              <a:rPr lang="es-ES" sz="3200" dirty="0"/>
              <a:t>: Responder preguntas de forma natural (como ChatGPT).</a:t>
            </a:r>
          </a:p>
          <a:p>
            <a:pPr marL="457200" indent="-457200">
              <a:buFont typeface="Arial" panose="020B0604020202020204" pitchFamily="34" charset="0"/>
              <a:buChar char="•"/>
            </a:pPr>
            <a:endParaRPr lang="es-ES" sz="3200" dirty="0"/>
          </a:p>
          <a:p>
            <a:pPr marL="457200" indent="-457200">
              <a:buFont typeface="Arial" panose="020B0604020202020204" pitchFamily="34" charset="0"/>
              <a:buChar char="•"/>
            </a:pPr>
            <a:r>
              <a:rPr lang="es-ES" sz="3200" b="1" dirty="0"/>
              <a:t>Traducir</a:t>
            </a:r>
            <a:r>
              <a:rPr lang="es-ES" sz="3200" dirty="0"/>
              <a:t>: Pasar textos de un idioma a otro con gran fluidez.</a:t>
            </a:r>
          </a:p>
          <a:p>
            <a:pPr marL="457200" indent="-457200">
              <a:buFont typeface="Arial" panose="020B0604020202020204" pitchFamily="34" charset="0"/>
              <a:buChar char="•"/>
            </a:pPr>
            <a:endParaRPr lang="es-ES" sz="3200" dirty="0"/>
          </a:p>
          <a:p>
            <a:pPr marL="457200" indent="-457200">
              <a:buFont typeface="Arial" panose="020B0604020202020204" pitchFamily="34" charset="0"/>
              <a:buChar char="•"/>
            </a:pPr>
            <a:r>
              <a:rPr lang="es-ES" sz="3200" b="1" dirty="0"/>
              <a:t>Resumir</a:t>
            </a:r>
            <a:r>
              <a:rPr lang="es-ES" sz="3200" dirty="0"/>
              <a:t>: Leer un texto largo y extraer lo más importante.</a:t>
            </a:r>
          </a:p>
          <a:p>
            <a:pPr marL="457200" indent="-457200">
              <a:buFont typeface="Arial" panose="020B0604020202020204" pitchFamily="34" charset="0"/>
              <a:buChar char="•"/>
            </a:pPr>
            <a:endParaRPr lang="es-ES" sz="3200" dirty="0"/>
          </a:p>
          <a:p>
            <a:pPr marL="457200" indent="-457200">
              <a:buFont typeface="Arial" panose="020B0604020202020204" pitchFamily="34" charset="0"/>
              <a:buChar char="•"/>
            </a:pPr>
            <a:r>
              <a:rPr lang="es-ES" sz="3200" b="1" dirty="0"/>
              <a:t>Crear</a:t>
            </a:r>
            <a:r>
              <a:rPr lang="es-ES" sz="3200" dirty="0"/>
              <a:t>: Escribir desde poemas hasta código de programación.</a:t>
            </a:r>
          </a:p>
        </p:txBody>
      </p:sp>
      <p:sp>
        <p:nvSpPr>
          <p:cNvPr id="8" name="Rectangle 3">
            <a:extLst>
              <a:ext uri="{FF2B5EF4-FFF2-40B4-BE49-F238E27FC236}">
                <a16:creationId xmlns:a16="http://schemas.microsoft.com/office/drawing/2014/main" id="{9578D497-C010-6678-2883-B7623E447B72}"/>
              </a:ext>
            </a:extLst>
          </p:cNvPr>
          <p:cNvSpPr>
            <a:spLocks noChangeArrowheads="1"/>
          </p:cNvSpPr>
          <p:nvPr/>
        </p:nvSpPr>
        <p:spPr bwMode="auto">
          <a:xfrm>
            <a:off x="1388774" y="1817988"/>
            <a:ext cx="11998330" cy="87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5400" b="0" i="0" u="none" strike="noStrike" cap="none" normalizeH="0" baseline="0" dirty="0">
                <a:ln>
                  <a:noFill/>
                </a:ln>
                <a:solidFill>
                  <a:schemeClr val="tx1"/>
                </a:solidFill>
                <a:effectLst/>
                <a:latin typeface="Arial" panose="020B0604020202020204" pitchFamily="34" charset="0"/>
              </a:rPr>
              <a:t>¿</a:t>
            </a:r>
            <a:r>
              <a:rPr lang="es-ES" altLang="es-ES" sz="5400" dirty="0"/>
              <a:t>Entonces para qué sirve</a:t>
            </a:r>
            <a:r>
              <a:rPr kumimoji="0" lang="es-ES" altLang="es-ES" sz="54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436128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DF273F1-C7E0-0657-80EC-D765E6792C21}"/>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F864AEB4-13DC-BC84-3A07-F0A5D0FF1B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B4B93452-110D-9507-99EB-D8AE5A18C9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177AEBA7-7978-BD71-3823-444982CD7F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F6B47002-C036-C19C-8420-7E27B22F05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4866295B-B607-1211-9B2F-B8695460BAE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B297CE70-FCB0-F367-125B-460D1C3AC81C}"/>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979E28B0-AE6E-B89A-748D-D3AFCE3D1922}"/>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0D12E5FA-ADFA-10E7-6A20-CD7227F071AE}"/>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FA786858-F825-B092-3585-45B1B631F252}"/>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C17A4357-97B5-0EF0-36AE-7CC09ECE8298}"/>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5CCEC8AE-5D4E-A552-E51D-1A583EF63B04}"/>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02  Tokens</a:t>
            </a:r>
          </a:p>
          <a:p>
            <a:endParaRPr lang="es-ES" dirty="0"/>
          </a:p>
        </p:txBody>
      </p:sp>
      <p:sp>
        <p:nvSpPr>
          <p:cNvPr id="3" name="TextBox 2">
            <a:extLst>
              <a:ext uri="{FF2B5EF4-FFF2-40B4-BE49-F238E27FC236}">
                <a16:creationId xmlns:a16="http://schemas.microsoft.com/office/drawing/2014/main" id="{2DA2A3DB-F40A-BF5B-5A5C-AC2D72D301B4}"/>
              </a:ext>
            </a:extLst>
          </p:cNvPr>
          <p:cNvSpPr txBox="1"/>
          <p:nvPr/>
        </p:nvSpPr>
        <p:spPr>
          <a:xfrm>
            <a:off x="3101182" y="4453517"/>
            <a:ext cx="13901736" cy="1862048"/>
          </a:xfrm>
          <a:prstGeom prst="rect">
            <a:avLst/>
          </a:prstGeom>
          <a:noFill/>
        </p:spPr>
        <p:txBody>
          <a:bodyPr wrap="square" rtlCol="0">
            <a:spAutoFit/>
          </a:bodyPr>
          <a:lstStyle/>
          <a:p>
            <a:r>
              <a:rPr lang="es-ES" sz="11500" dirty="0"/>
              <a:t>¿Qué es un Token?</a:t>
            </a:r>
          </a:p>
        </p:txBody>
      </p:sp>
    </p:spTree>
    <p:extLst>
      <p:ext uri="{BB962C8B-B14F-4D97-AF65-F5344CB8AC3E}">
        <p14:creationId xmlns:p14="http://schemas.microsoft.com/office/powerpoint/2010/main" val="3579758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39A1208-15E2-1C46-1394-66081E6AE730}"/>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0DD7B5BC-DB90-5E53-861C-32010060F5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04BD9C9D-E850-CAE7-4F08-2000ED8319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35AEAFB3-BC1D-4005-FB16-B9DBAA90D9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2D385438-2F36-9044-4B23-384A77A31E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4B4D3121-08DF-F52C-4EDE-619D3C3F61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BCC91578-6C4B-0C21-1C3F-B0641FC03FCC}"/>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E0DCD7BB-62C9-04E1-5219-93EF8EB6D4D5}"/>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241766CF-E37B-369B-DBF8-649D45E9A460}"/>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1B75B135-34C8-19E2-B9B2-C9E2C13B5529}"/>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4A9516B1-49EA-A3C8-54AE-0A975CF73ECA}"/>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855EF176-3B1E-8E9E-DFD2-C1352ED9CCC3}"/>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02  Tokens</a:t>
            </a:r>
          </a:p>
          <a:p>
            <a:endParaRPr lang="es-ES" dirty="0"/>
          </a:p>
        </p:txBody>
      </p:sp>
      <p:sp>
        <p:nvSpPr>
          <p:cNvPr id="2" name="TextBox 1">
            <a:extLst>
              <a:ext uri="{FF2B5EF4-FFF2-40B4-BE49-F238E27FC236}">
                <a16:creationId xmlns:a16="http://schemas.microsoft.com/office/drawing/2014/main" id="{2E9ACE83-3855-E4FE-3166-A5D87BC9E43F}"/>
              </a:ext>
            </a:extLst>
          </p:cNvPr>
          <p:cNvSpPr txBox="1"/>
          <p:nvPr/>
        </p:nvSpPr>
        <p:spPr>
          <a:xfrm>
            <a:off x="1354138" y="1692275"/>
            <a:ext cx="16858116" cy="1754326"/>
          </a:xfrm>
          <a:prstGeom prst="rect">
            <a:avLst/>
          </a:prstGeom>
          <a:noFill/>
          <a:ln w="28575">
            <a:solidFill>
              <a:schemeClr val="tx1"/>
            </a:solidFill>
          </a:ln>
        </p:spPr>
        <p:txBody>
          <a:bodyPr wrap="square" rtlCol="0">
            <a:spAutoFit/>
          </a:bodyPr>
          <a:lstStyle/>
          <a:p>
            <a:r>
              <a:rPr lang="es-ES" sz="3600" dirty="0"/>
              <a:t>Un token es la unidad mínima de texto que un LLM procesa: no es una palabra completa, sino un fragmento – sílaba, o </a:t>
            </a:r>
            <a:r>
              <a:rPr lang="es-ES" sz="3600" i="1" dirty="0"/>
              <a:t>subpalabra</a:t>
            </a:r>
            <a:r>
              <a:rPr lang="es-ES" sz="3600" dirty="0"/>
              <a:t> – en el que el modelo descompone el lenguaje para operar matemáticamente sobre él. </a:t>
            </a:r>
          </a:p>
        </p:txBody>
      </p:sp>
      <p:pic>
        <p:nvPicPr>
          <p:cNvPr id="3074" name="Picture 2" descr="Codédex | 03. Tokenization">
            <a:extLst>
              <a:ext uri="{FF2B5EF4-FFF2-40B4-BE49-F238E27FC236}">
                <a16:creationId xmlns:a16="http://schemas.microsoft.com/office/drawing/2014/main" id="{39FC8DBF-6ED6-F2E4-8E44-38A46751B520}"/>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8518" b="20371"/>
          <a:stretch>
            <a:fillRect/>
          </a:stretch>
        </p:blipFill>
        <p:spPr bwMode="auto">
          <a:xfrm>
            <a:off x="4260850" y="3579813"/>
            <a:ext cx="10287000" cy="731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6587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982827D-D532-A3B6-45FC-B7B913270D1D}"/>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9604E77D-DEED-FF54-7D29-0D101768F0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38C94AA6-9BE2-9254-3BE3-E131A6F19D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579BD355-A135-C3E3-64E6-0621E175F9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D93BC8C6-87A2-0017-56CA-17FD42FEDE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5916A4E5-CDE4-2180-84E1-138A08256C6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07ACE976-9A5E-DAE4-378C-B404151AAB50}"/>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DB61F5FD-9915-EB3A-2C97-33D3E52BEFB3}"/>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E1BEF8C8-6FCE-B283-81C5-AD2E33B5A168}"/>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9C54CFE3-65DC-DA75-5C11-8735A2A2543D}"/>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47B9E486-D13C-AA0E-2A86-8E6E8529B59C}"/>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31557251-6CBD-372F-430A-9F3689D20CC6}"/>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02  Tokens</a:t>
            </a:r>
          </a:p>
          <a:p>
            <a:endParaRPr lang="es-ES" dirty="0"/>
          </a:p>
        </p:txBody>
      </p:sp>
      <p:sp>
        <p:nvSpPr>
          <p:cNvPr id="2" name="TextBox 1">
            <a:extLst>
              <a:ext uri="{FF2B5EF4-FFF2-40B4-BE49-F238E27FC236}">
                <a16:creationId xmlns:a16="http://schemas.microsoft.com/office/drawing/2014/main" id="{53039BDC-5FDC-AB8C-8479-DCDE43E02EE3}"/>
              </a:ext>
            </a:extLst>
          </p:cNvPr>
          <p:cNvSpPr txBox="1"/>
          <p:nvPr/>
        </p:nvSpPr>
        <p:spPr>
          <a:xfrm>
            <a:off x="1477963" y="2001260"/>
            <a:ext cx="16858116" cy="6740307"/>
          </a:xfrm>
          <a:prstGeom prst="rect">
            <a:avLst/>
          </a:prstGeom>
          <a:noFill/>
          <a:ln w="28575">
            <a:solidFill>
              <a:schemeClr val="tx1"/>
            </a:solidFill>
          </a:ln>
        </p:spPr>
        <p:txBody>
          <a:bodyPr wrap="square" rtlCol="0">
            <a:spAutoFit/>
          </a:bodyPr>
          <a:lstStyle/>
          <a:p>
            <a:r>
              <a:rPr lang="es-ES" sz="3600" b="1" dirty="0"/>
              <a:t>3 datos clave para entenderlos:</a:t>
            </a:r>
          </a:p>
          <a:p>
            <a:endParaRPr lang="es-ES" sz="3600" b="1" dirty="0"/>
          </a:p>
          <a:p>
            <a:pPr marL="742950" indent="-742950">
              <a:buFont typeface="+mj-lt"/>
              <a:buAutoNum type="arabicPeriod"/>
            </a:pPr>
            <a:r>
              <a:rPr lang="es-ES" sz="3600" b="1" u="sng" dirty="0"/>
              <a:t>No siempre es una palabra</a:t>
            </a:r>
            <a:r>
              <a:rPr lang="es-ES" sz="3600" dirty="0"/>
              <a:t>: Un token puede ser una palabra entera, una sílaba, un solo carácter o incluso un espacio en blanco.</a:t>
            </a:r>
          </a:p>
          <a:p>
            <a:pPr marL="742950" indent="-742950">
              <a:buFont typeface="+mj-lt"/>
              <a:buAutoNum type="arabicPeriod"/>
            </a:pPr>
            <a:endParaRPr lang="es-ES" sz="3600" dirty="0"/>
          </a:p>
          <a:p>
            <a:pPr marL="742950" indent="-742950">
              <a:buFont typeface="+mj-lt"/>
              <a:buAutoNum type="arabicPeriod"/>
            </a:pPr>
            <a:r>
              <a:rPr lang="es-ES" sz="3600" dirty="0"/>
              <a:t>La regla de oro: En promedio, en español e inglés, </a:t>
            </a:r>
            <a:r>
              <a:rPr lang="es-ES" sz="3600" b="1" u="sng" dirty="0"/>
              <a:t>1.000 tokens equivalen a unas 750 palabras</a:t>
            </a:r>
            <a:r>
              <a:rPr lang="es-ES" sz="3600" dirty="0"/>
              <a:t>. Es más o menos el espacio de una página y media de un documento.</a:t>
            </a:r>
          </a:p>
          <a:p>
            <a:pPr marL="742950" indent="-742950">
              <a:buFont typeface="+mj-lt"/>
              <a:buAutoNum type="arabicPeriod"/>
            </a:pPr>
            <a:endParaRPr lang="es-ES" sz="3600" dirty="0"/>
          </a:p>
          <a:p>
            <a:pPr marL="742950" indent="-742950">
              <a:buFont typeface="+mj-lt"/>
              <a:buAutoNum type="arabicPeriod"/>
            </a:pPr>
            <a:r>
              <a:rPr lang="es-ES" sz="3600" dirty="0"/>
              <a:t>Es la "</a:t>
            </a:r>
            <a:r>
              <a:rPr lang="es-ES" sz="3600" b="1" i="1" dirty="0"/>
              <a:t>moneda</a:t>
            </a:r>
            <a:r>
              <a:rPr lang="es-ES" sz="3600" dirty="0"/>
              <a:t>" de la IA: Cuando usas herramientas como ChatGPT, los límites de memoria (cuánto recuerda de la charla) y </a:t>
            </a:r>
            <a:r>
              <a:rPr lang="es-ES" sz="3600" b="1" u="sng" dirty="0"/>
              <a:t>el coste del servicio se mide por cuántos tokens se procesan</a:t>
            </a:r>
            <a:r>
              <a:rPr lang="es-ES" sz="3600" dirty="0"/>
              <a:t>.</a:t>
            </a:r>
          </a:p>
        </p:txBody>
      </p:sp>
    </p:spTree>
    <p:extLst>
      <p:ext uri="{BB962C8B-B14F-4D97-AF65-F5344CB8AC3E}">
        <p14:creationId xmlns:p14="http://schemas.microsoft.com/office/powerpoint/2010/main" val="115549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8BCB6AD-1E36-750B-92B0-1A06BB7BF516}"/>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06B99483-6DFB-EFF8-5C7C-CAE25C69C9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0B354110-2390-825D-6F09-63BA37BB54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276C9A43-A238-2E34-5B87-0D65747D06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78F8ED63-4858-B7E1-BF36-56C0480E59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7B13F2F2-BD2B-CE79-9BCE-AA78FC6653E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7D8B7814-3098-94A4-4523-BEF8A844257C}"/>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8F9F9E6F-08AF-6CBB-D913-232EDFF9D7E2}"/>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194294A5-18C7-ABA8-E609-81B4014F3DA5}"/>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6E6CE973-E9E3-2FDC-D742-97D7D514154F}"/>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D5D044CA-08D3-F117-E665-A34E71BAE1A0}"/>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DCE1524-BD83-D82D-A82F-235E877A12AC}"/>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02  Tokens</a:t>
            </a:r>
          </a:p>
          <a:p>
            <a:endParaRPr lang="es-ES" dirty="0"/>
          </a:p>
        </p:txBody>
      </p:sp>
      <p:pic>
        <p:nvPicPr>
          <p:cNvPr id="8" name="Picture 7">
            <a:extLst>
              <a:ext uri="{FF2B5EF4-FFF2-40B4-BE49-F238E27FC236}">
                <a16:creationId xmlns:a16="http://schemas.microsoft.com/office/drawing/2014/main" id="{519AE63B-4766-C0A0-07C2-4C8606851F11}"/>
              </a:ext>
            </a:extLst>
          </p:cNvPr>
          <p:cNvPicPr>
            <a:picLocks noChangeAspect="1"/>
          </p:cNvPicPr>
          <p:nvPr/>
        </p:nvPicPr>
        <p:blipFill>
          <a:blip r:embed="rId8"/>
          <a:stretch>
            <a:fillRect/>
          </a:stretch>
        </p:blipFill>
        <p:spPr>
          <a:xfrm>
            <a:off x="7004050" y="1249205"/>
            <a:ext cx="12195175" cy="8810940"/>
          </a:xfrm>
          <a:prstGeom prst="rect">
            <a:avLst/>
          </a:prstGeom>
        </p:spPr>
      </p:pic>
      <p:sp>
        <p:nvSpPr>
          <p:cNvPr id="9" name="TextBox 8">
            <a:extLst>
              <a:ext uri="{FF2B5EF4-FFF2-40B4-BE49-F238E27FC236}">
                <a16:creationId xmlns:a16="http://schemas.microsoft.com/office/drawing/2014/main" id="{0BA05A65-AA6A-BD8D-1575-D6E4375B389B}"/>
              </a:ext>
            </a:extLst>
          </p:cNvPr>
          <p:cNvSpPr txBox="1"/>
          <p:nvPr/>
        </p:nvSpPr>
        <p:spPr>
          <a:xfrm>
            <a:off x="647700" y="4697729"/>
            <a:ext cx="5682453" cy="1200329"/>
          </a:xfrm>
          <a:prstGeom prst="rect">
            <a:avLst/>
          </a:prstGeom>
          <a:noFill/>
        </p:spPr>
        <p:txBody>
          <a:bodyPr wrap="none" rtlCol="0">
            <a:spAutoFit/>
          </a:bodyPr>
          <a:lstStyle/>
          <a:p>
            <a:r>
              <a:rPr lang="es-ES" sz="3600" b="1" dirty="0"/>
              <a:t>Token </a:t>
            </a:r>
            <a:r>
              <a:rPr lang="es-ES" sz="3600" b="1" i="1" dirty="0"/>
              <a:t>Playground</a:t>
            </a:r>
            <a:r>
              <a:rPr lang="es-ES" sz="3600" b="1" dirty="0"/>
              <a:t>:</a:t>
            </a:r>
          </a:p>
          <a:p>
            <a:r>
              <a:rPr lang="en-US" sz="3600" dirty="0">
                <a:hlinkClick r:id="rId9"/>
              </a:rPr>
              <a:t>GPT Tokenizer Playground</a:t>
            </a:r>
            <a:endParaRPr lang="es-ES" sz="3600" dirty="0"/>
          </a:p>
        </p:txBody>
      </p:sp>
    </p:spTree>
    <p:extLst>
      <p:ext uri="{BB962C8B-B14F-4D97-AF65-F5344CB8AC3E}">
        <p14:creationId xmlns:p14="http://schemas.microsoft.com/office/powerpoint/2010/main" val="4111326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9218A91-0228-E486-E942-FEBAFB3FD367}"/>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C8685FEF-4F8E-9401-772B-84319DD860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52045217-8EC1-7349-56AC-0EBB713747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38C1DA78-DDAA-F1B1-1F39-5F4DFCBCA3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A78A40DB-7814-2133-F565-FFCC477211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44CC4206-A468-B1D0-67CE-F2C15737EA7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539706DF-8FE4-03FD-1974-37750FC1BAAE}"/>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D0AA3C20-CAB3-89D4-E1FC-39B075F0F743}"/>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70FE6E1A-28CB-6A90-C30A-D3B5671DC766}"/>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CDFA92E6-58A8-BD91-80C1-578689116551}"/>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A7A49529-0A98-E7BA-6A2B-CB567E2041D8}"/>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1F69730D-3088-BA1A-F34F-85EF4BB54BB3}"/>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03  Prompts</a:t>
            </a:r>
          </a:p>
          <a:p>
            <a:endParaRPr lang="es-ES" dirty="0"/>
          </a:p>
        </p:txBody>
      </p:sp>
      <p:sp>
        <p:nvSpPr>
          <p:cNvPr id="2" name="TextBox 1">
            <a:extLst>
              <a:ext uri="{FF2B5EF4-FFF2-40B4-BE49-F238E27FC236}">
                <a16:creationId xmlns:a16="http://schemas.microsoft.com/office/drawing/2014/main" id="{5DD94ECE-B70A-C124-3943-3D9111C7B288}"/>
              </a:ext>
            </a:extLst>
          </p:cNvPr>
          <p:cNvSpPr txBox="1"/>
          <p:nvPr/>
        </p:nvSpPr>
        <p:spPr>
          <a:xfrm>
            <a:off x="2508250" y="4723651"/>
            <a:ext cx="15087600" cy="1862048"/>
          </a:xfrm>
          <a:prstGeom prst="rect">
            <a:avLst/>
          </a:prstGeom>
          <a:noFill/>
        </p:spPr>
        <p:txBody>
          <a:bodyPr wrap="square" rtlCol="0">
            <a:spAutoFit/>
          </a:bodyPr>
          <a:lstStyle/>
          <a:p>
            <a:r>
              <a:rPr lang="es-ES" sz="11500" dirty="0"/>
              <a:t>¿Qué es un prompt?</a:t>
            </a:r>
          </a:p>
        </p:txBody>
      </p:sp>
    </p:spTree>
    <p:extLst>
      <p:ext uri="{BB962C8B-B14F-4D97-AF65-F5344CB8AC3E}">
        <p14:creationId xmlns:p14="http://schemas.microsoft.com/office/powerpoint/2010/main" val="1063664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480E5ED-71CF-4E81-EC7D-3FBB14FB0A69}"/>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B8C8C6AD-AC92-FD0C-6A38-339A13FD5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85D22701-E662-AEEA-D9FB-4825EF9970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77DA0692-FF9A-5162-9655-BDEE6F4960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CCB4FC4B-F653-27F2-C7CE-41F6B6D06C8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683C02BA-73D6-B027-E603-D4B2A5958D4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05653C27-9A07-E744-3B4F-6D66E05668DF}"/>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33267B46-FAA4-1109-70DA-59F572E2D639}"/>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9DE4C37D-215F-0FFA-560E-5EF4A5F01D52}"/>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070D3022-993C-9FB4-EB2F-80F2EE2D4687}"/>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50363E45-B8C2-6ED0-E8CD-C406882E83D0}"/>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7A174E91-971F-1AAB-82A5-C5E091841CCE}"/>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03  Prompts</a:t>
            </a:r>
          </a:p>
          <a:p>
            <a:endParaRPr lang="es-ES" dirty="0"/>
          </a:p>
        </p:txBody>
      </p:sp>
      <p:sp>
        <p:nvSpPr>
          <p:cNvPr id="3" name="Rectangle 1">
            <a:extLst>
              <a:ext uri="{FF2B5EF4-FFF2-40B4-BE49-F238E27FC236}">
                <a16:creationId xmlns:a16="http://schemas.microsoft.com/office/drawing/2014/main" id="{266F647F-B1AF-2D28-9809-A4D2C435C3BA}"/>
              </a:ext>
            </a:extLst>
          </p:cNvPr>
          <p:cNvSpPr>
            <a:spLocks noChangeArrowheads="1"/>
          </p:cNvSpPr>
          <p:nvPr/>
        </p:nvSpPr>
        <p:spPr bwMode="auto">
          <a:xfrm>
            <a:off x="2283902" y="3646433"/>
            <a:ext cx="15536295" cy="4016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4000" b="0" i="0" u="none" strike="noStrike" cap="none" normalizeH="0" baseline="0" dirty="0">
                <a:ln>
                  <a:noFill/>
                </a:ln>
                <a:solidFill>
                  <a:schemeClr val="tx1"/>
                </a:solidFill>
                <a:effectLst/>
                <a:cs typeface="Arial" panose="020B0604020202020204" pitchFamily="34" charset="0"/>
              </a:rPr>
              <a:t>El </a:t>
            </a:r>
            <a:r>
              <a:rPr kumimoji="0" lang="es-ES" altLang="es-ES" sz="4000" b="1" i="0" u="none" strike="noStrike" cap="none" normalizeH="0" baseline="0" dirty="0">
                <a:ln>
                  <a:noFill/>
                </a:ln>
                <a:solidFill>
                  <a:schemeClr val="tx1"/>
                </a:solidFill>
                <a:effectLst/>
                <a:cs typeface="Arial" panose="020B0604020202020204" pitchFamily="34" charset="0"/>
              </a:rPr>
              <a:t>prompt</a:t>
            </a:r>
            <a:r>
              <a:rPr kumimoji="0" lang="es-ES" altLang="es-ES" sz="4000" b="0" i="0" u="none" strike="noStrike" cap="none" normalizeH="0" baseline="0" dirty="0">
                <a:ln>
                  <a:noFill/>
                </a:ln>
                <a:solidFill>
                  <a:schemeClr val="tx1"/>
                </a:solidFill>
                <a:effectLst/>
                <a:cs typeface="Arial" panose="020B0604020202020204" pitchFamily="34" charset="0"/>
              </a:rPr>
              <a:t> es el punto de entrada: la instrucción o el texto que le enviamos al modelo para obtener una respuesta.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40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sz="4000" dirty="0">
                <a:cs typeface="Arial" panose="020B0604020202020204" pitchFamily="34" charset="0"/>
              </a:rPr>
              <a:t>U</a:t>
            </a:r>
            <a:r>
              <a:rPr kumimoji="0" lang="es-ES" altLang="es-ES" sz="4000" b="0" i="0" u="none" strike="noStrike" cap="none" normalizeH="0" baseline="0" dirty="0">
                <a:ln>
                  <a:noFill/>
                </a:ln>
                <a:solidFill>
                  <a:schemeClr val="tx1"/>
                </a:solidFill>
                <a:effectLst/>
                <a:cs typeface="Arial" panose="020B0604020202020204" pitchFamily="34" charset="0"/>
              </a:rPr>
              <a:t>n prompt puede ser un comentario de código, el nombre de una función que acabas de escribir o una pregunta directa en el chat del IDE.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3026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1641D8C-A6DA-BA37-D939-E61E835E792D}"/>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27906F6A-B6DC-6A7C-4C7D-6E997229E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E252E11E-BE7F-3B7A-B56F-BCD00570D1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42FFA62C-A494-630F-C36F-20F4187A01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26D97F0F-8334-0B0A-AED6-F79DB28A652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FC083A00-1241-485B-0BA7-CF7A157F2A4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A71B2D3C-60D5-8651-C760-3B1BBB1FF6A6}"/>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056AB413-F912-F21C-61DB-1376381720E2}"/>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6DB293F4-0F14-2A3C-FF15-21FA5303195F}"/>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766A791B-17A0-D89B-1DF2-C9E8052DC324}"/>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09879CC0-89BF-628B-D0D0-F8B8873DF080}"/>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B6FDF81A-6F98-13FA-B4AD-739DB17A0B52}"/>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03  Prompts</a:t>
            </a:r>
          </a:p>
          <a:p>
            <a:endParaRPr lang="es-ES" dirty="0"/>
          </a:p>
        </p:txBody>
      </p:sp>
      <p:sp>
        <p:nvSpPr>
          <p:cNvPr id="3" name="Rectangle 1">
            <a:extLst>
              <a:ext uri="{FF2B5EF4-FFF2-40B4-BE49-F238E27FC236}">
                <a16:creationId xmlns:a16="http://schemas.microsoft.com/office/drawing/2014/main" id="{79ABBE57-E245-C9C0-186E-44902C7AC66B}"/>
              </a:ext>
            </a:extLst>
          </p:cNvPr>
          <p:cNvSpPr>
            <a:spLocks noChangeArrowheads="1"/>
          </p:cNvSpPr>
          <p:nvPr/>
        </p:nvSpPr>
        <p:spPr bwMode="auto">
          <a:xfrm>
            <a:off x="1636202" y="1818655"/>
            <a:ext cx="15536295" cy="709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ES" altLang="es-ES" sz="4000" b="1" dirty="0">
                <a:cs typeface="Arial" panose="020B0604020202020204" pitchFamily="34" charset="0"/>
              </a:rPr>
              <a:t>La analogía del genio de la lámpara</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40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4000" dirty="0">
                <a:cs typeface="Arial" panose="020B0604020202020204" pitchFamily="34" charset="0"/>
              </a:rPr>
              <a:t>Imagina que tienes un genio que sabe hacer de todo, pero no tiene iniciativa propia. </a:t>
            </a:r>
            <a:r>
              <a:rPr lang="es-ES" altLang="es-ES" sz="4000" b="1" dirty="0">
                <a:cs typeface="Arial" panose="020B0604020202020204" pitchFamily="34" charset="0"/>
              </a:rPr>
              <a:t>El prompt es tu deseo</a:t>
            </a:r>
            <a:r>
              <a:rPr lang="es-ES" altLang="es-ES" sz="4000" dirty="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40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4000" dirty="0">
                <a:cs typeface="Arial" panose="020B0604020202020204" pitchFamily="34" charset="0"/>
              </a:rPr>
              <a:t>Si el prompt es </a:t>
            </a:r>
            <a:r>
              <a:rPr lang="es-ES" altLang="es-ES" sz="4000" b="1" dirty="0">
                <a:cs typeface="Arial" panose="020B0604020202020204" pitchFamily="34" charset="0"/>
              </a:rPr>
              <a:t>vago</a:t>
            </a:r>
            <a:r>
              <a:rPr lang="es-ES" altLang="es-ES" sz="4000" dirty="0">
                <a:cs typeface="Arial" panose="020B0604020202020204" pitchFamily="34" charset="0"/>
              </a:rPr>
              <a:t>: "</a:t>
            </a:r>
            <a:r>
              <a:rPr lang="es-ES" altLang="es-ES" sz="4000" i="1" dirty="0">
                <a:cs typeface="Arial" panose="020B0604020202020204" pitchFamily="34" charset="0"/>
              </a:rPr>
              <a:t>Escríbeme algo</a:t>
            </a:r>
            <a:r>
              <a:rPr lang="es-ES" altLang="es-ES" sz="4000" dirty="0">
                <a:cs typeface="Arial" panose="020B0604020202020204" pitchFamily="34" charset="0"/>
              </a:rPr>
              <a:t>", el genio te dará algo genérico que quizá no te sirva.</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40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4000" dirty="0">
                <a:cs typeface="Arial" panose="020B0604020202020204" pitchFamily="34" charset="0"/>
              </a:rPr>
              <a:t>Si el prompt es </a:t>
            </a:r>
            <a:r>
              <a:rPr lang="es-ES" altLang="es-ES" sz="4000" b="1" dirty="0">
                <a:cs typeface="Arial" panose="020B0604020202020204" pitchFamily="34" charset="0"/>
              </a:rPr>
              <a:t>específico</a:t>
            </a:r>
            <a:r>
              <a:rPr lang="es-ES" altLang="es-ES" sz="4000" dirty="0">
                <a:cs typeface="Arial" panose="020B0604020202020204" pitchFamily="34" charset="0"/>
              </a:rPr>
              <a:t>: "</a:t>
            </a:r>
            <a:r>
              <a:rPr lang="es-ES" altLang="es-ES" sz="4000" i="1" dirty="0">
                <a:cs typeface="Arial" panose="020B0604020202020204" pitchFamily="34" charset="0"/>
              </a:rPr>
              <a:t>Escríbeme un cuento corto sobre un gato astronauta, en tono divertido y para un niño de 5 años</a:t>
            </a:r>
            <a:r>
              <a:rPr lang="es-ES" altLang="es-ES" sz="4000" dirty="0">
                <a:cs typeface="Arial" panose="020B0604020202020204" pitchFamily="34" charset="0"/>
              </a:rPr>
              <a:t>", el genio te dará exactamente lo que buscas.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35003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7FC8DA9-453D-CD63-C3A5-4F9CFB97D22E}"/>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6AF0F4F3-E3AC-0825-B639-4F26B3FDAB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7117CD5D-4234-113E-9AB8-217CE9C699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E1450D3D-8624-87A9-2387-B8879B2C08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5BDB1446-512F-A8FB-8B08-24F2904B4E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A8F22722-EB93-F40C-CACB-82F9E450A14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4FBBFABC-4FE9-B36C-B8DD-D2CC36D0FA06}"/>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E16906A0-EEF7-5600-F47D-704DFFA00316}"/>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D35FCBB3-93B6-2D5F-997E-66FFAF2C3AF0}"/>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53C25FE7-6C39-157D-93EF-EEF8001D7B8F}"/>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FD33804E-63DC-F8BF-4160-FB4D28442FE9}"/>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3C8909D1-84DE-67FC-4BBD-093153E79F5E}"/>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03  Prompts</a:t>
            </a:r>
          </a:p>
          <a:p>
            <a:endParaRPr lang="es-ES" dirty="0"/>
          </a:p>
        </p:txBody>
      </p:sp>
      <p:pic>
        <p:nvPicPr>
          <p:cNvPr id="5" name="Picture 4">
            <a:extLst>
              <a:ext uri="{FF2B5EF4-FFF2-40B4-BE49-F238E27FC236}">
                <a16:creationId xmlns:a16="http://schemas.microsoft.com/office/drawing/2014/main" id="{AC2F56A0-3E65-D2B5-31D8-E64105FF7A6F}"/>
              </a:ext>
            </a:extLst>
          </p:cNvPr>
          <p:cNvPicPr>
            <a:picLocks noChangeAspect="1"/>
          </p:cNvPicPr>
          <p:nvPr/>
        </p:nvPicPr>
        <p:blipFill>
          <a:blip r:embed="rId8"/>
          <a:srcRect b="52509"/>
          <a:stretch>
            <a:fillRect/>
          </a:stretch>
        </p:blipFill>
        <p:spPr>
          <a:xfrm>
            <a:off x="831850" y="2147341"/>
            <a:ext cx="18322528" cy="6409897"/>
          </a:xfrm>
          <a:prstGeom prst="rect">
            <a:avLst/>
          </a:prstGeom>
        </p:spPr>
      </p:pic>
    </p:spTree>
    <p:extLst>
      <p:ext uri="{BB962C8B-B14F-4D97-AF65-F5344CB8AC3E}">
        <p14:creationId xmlns:p14="http://schemas.microsoft.com/office/powerpoint/2010/main" val="2727581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F08B7CC-4EA4-E21A-1899-E5AAB5894A18}"/>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52C79ADC-F67A-B9BF-591F-BB61388D5A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277C1285-9F50-BD24-E5EE-6CD91F8CC3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21822895-AB54-1125-8D29-79E9A733AF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B61894C5-E9BD-603A-5315-961E9376BE3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6A9B9470-AFC4-F839-5E45-D077D58765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A5B28F5C-6364-253B-BC7D-1901A290978A}"/>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3209C5C4-1712-D9C0-7B91-AB0FA7C18C0F}"/>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039650B2-5AAE-6F87-A207-79DAB33078D0}"/>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8C0A0AE4-6122-60D8-8720-59D6C7E6D529}"/>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3BF83B5F-BF04-E48D-74FF-B6BF2292FAC7}"/>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C1E606ED-1A60-B71D-5A2C-B77347FC755F}"/>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03  Prompts</a:t>
            </a:r>
          </a:p>
          <a:p>
            <a:endParaRPr lang="es-ES" dirty="0"/>
          </a:p>
        </p:txBody>
      </p:sp>
      <p:pic>
        <p:nvPicPr>
          <p:cNvPr id="3" name="Picture 2">
            <a:extLst>
              <a:ext uri="{FF2B5EF4-FFF2-40B4-BE49-F238E27FC236}">
                <a16:creationId xmlns:a16="http://schemas.microsoft.com/office/drawing/2014/main" id="{91A15B78-4618-718F-E06A-B0EF5B000C00}"/>
              </a:ext>
            </a:extLst>
          </p:cNvPr>
          <p:cNvPicPr>
            <a:picLocks noChangeAspect="1"/>
          </p:cNvPicPr>
          <p:nvPr/>
        </p:nvPicPr>
        <p:blipFill>
          <a:blip r:embed="rId8"/>
          <a:stretch>
            <a:fillRect/>
          </a:stretch>
        </p:blipFill>
        <p:spPr>
          <a:xfrm>
            <a:off x="1757803" y="1189812"/>
            <a:ext cx="16588494" cy="8929726"/>
          </a:xfrm>
          <a:prstGeom prst="rect">
            <a:avLst/>
          </a:prstGeom>
        </p:spPr>
      </p:pic>
    </p:spTree>
    <p:extLst>
      <p:ext uri="{BB962C8B-B14F-4D97-AF65-F5344CB8AC3E}">
        <p14:creationId xmlns:p14="http://schemas.microsoft.com/office/powerpoint/2010/main" val="3002293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4FF4E96-97E4-1A1C-C53E-7C3F530B0D8B}"/>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6F86DF96-44B8-6E3C-F6E8-CFE5E571A3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277786C7-9975-DDEC-5E5C-A6F28593A6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DB50D7C7-DFCF-2929-7296-124DF6DE00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81351CF6-575F-53BF-F9CD-76F63B9259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21AAFC87-35E4-C5A8-2064-5F822A168BE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91B8C15C-774D-D94C-DDA8-1C761C4F1F17}"/>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3F5329EF-EFE4-EF59-86EB-46EA73488F5F}"/>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54220048-ACCE-7B1C-8E4B-EEEC851986C5}"/>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EC3A6BB1-7AEA-6C7B-5A99-D18C426A1193}"/>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D0012101-905B-B611-D6B0-53DCF643B408}"/>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6F155BDF-37B7-A0D6-6311-AA6944AE98C6}"/>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03  Prompts</a:t>
            </a:r>
          </a:p>
          <a:p>
            <a:endParaRPr lang="es-ES" dirty="0"/>
          </a:p>
        </p:txBody>
      </p:sp>
      <p:sp>
        <p:nvSpPr>
          <p:cNvPr id="2" name="TextBox 1">
            <a:extLst>
              <a:ext uri="{FF2B5EF4-FFF2-40B4-BE49-F238E27FC236}">
                <a16:creationId xmlns:a16="http://schemas.microsoft.com/office/drawing/2014/main" id="{E02CB5FD-14D7-5E8D-E687-CF0B88D101AD}"/>
              </a:ext>
            </a:extLst>
          </p:cNvPr>
          <p:cNvSpPr txBox="1"/>
          <p:nvPr/>
        </p:nvSpPr>
        <p:spPr>
          <a:xfrm>
            <a:off x="1360488" y="2789515"/>
            <a:ext cx="17110074" cy="3231654"/>
          </a:xfrm>
          <a:prstGeom prst="rect">
            <a:avLst/>
          </a:prstGeom>
          <a:noFill/>
        </p:spPr>
        <p:txBody>
          <a:bodyPr wrap="square" rtlCol="0">
            <a:spAutoFit/>
          </a:bodyPr>
          <a:lstStyle/>
          <a:p>
            <a:pPr marL="514350" indent="-514350">
              <a:buAutoNum type="arabicPeriod"/>
            </a:pPr>
            <a:r>
              <a:rPr lang="es-ES" sz="3600" b="1" dirty="0"/>
              <a:t>Dale un Rol (¿Quién es la IA?)</a:t>
            </a:r>
          </a:p>
          <a:p>
            <a:pPr marL="514350" indent="-514350">
              <a:buAutoNum type="arabicPeriod"/>
            </a:pPr>
            <a:endParaRPr lang="es-ES" sz="2800" b="1" dirty="0"/>
          </a:p>
          <a:p>
            <a:r>
              <a:rPr lang="es-ES" sz="2800" dirty="0"/>
              <a:t>No le preguntes a "la máquina"; asígnale una identidad. Esto ajusta el tono y el nivel de detalle.</a:t>
            </a:r>
          </a:p>
          <a:p>
            <a:endParaRPr lang="es-ES" sz="2800" dirty="0"/>
          </a:p>
          <a:p>
            <a:pPr marL="457200" indent="-457200">
              <a:buFont typeface="Arial" panose="020B0604020202020204" pitchFamily="34" charset="0"/>
              <a:buChar char="•"/>
            </a:pPr>
            <a:r>
              <a:rPr lang="es-ES" sz="2800" b="1" dirty="0"/>
              <a:t>Mal</a:t>
            </a:r>
            <a:r>
              <a:rPr lang="es-ES" sz="2800" dirty="0"/>
              <a:t>: "Explícame la fotosíntesis".</a:t>
            </a:r>
          </a:p>
          <a:p>
            <a:pPr marL="457200" indent="-457200">
              <a:buFont typeface="Arial" panose="020B0604020202020204" pitchFamily="34" charset="0"/>
              <a:buChar char="•"/>
            </a:pPr>
            <a:r>
              <a:rPr lang="es-ES" sz="2800" b="1" dirty="0"/>
              <a:t>Bien</a:t>
            </a:r>
            <a:r>
              <a:rPr lang="es-ES" sz="2800" dirty="0"/>
              <a:t>: "Actúa como un profesor de ciencias de primaria. Explícame la fotosíntesis usando una analogía sencilla".</a:t>
            </a:r>
          </a:p>
        </p:txBody>
      </p:sp>
      <p:sp>
        <p:nvSpPr>
          <p:cNvPr id="5" name="TextBox 4">
            <a:extLst>
              <a:ext uri="{FF2B5EF4-FFF2-40B4-BE49-F238E27FC236}">
                <a16:creationId xmlns:a16="http://schemas.microsoft.com/office/drawing/2014/main" id="{19E582FA-7BB0-B7C6-A1A2-C8C62E60078D}"/>
              </a:ext>
            </a:extLst>
          </p:cNvPr>
          <p:cNvSpPr txBox="1"/>
          <p:nvPr/>
        </p:nvSpPr>
        <p:spPr>
          <a:xfrm>
            <a:off x="1360487" y="6536601"/>
            <a:ext cx="17911759" cy="3231654"/>
          </a:xfrm>
          <a:prstGeom prst="rect">
            <a:avLst/>
          </a:prstGeom>
          <a:noFill/>
        </p:spPr>
        <p:txBody>
          <a:bodyPr wrap="square" rtlCol="0">
            <a:spAutoFit/>
          </a:bodyPr>
          <a:lstStyle/>
          <a:p>
            <a:r>
              <a:rPr lang="es-ES" sz="3600" b="1" dirty="0"/>
              <a:t>2. Contexto y Tarea (¿Qué y para qué?)</a:t>
            </a:r>
          </a:p>
          <a:p>
            <a:endParaRPr lang="es-ES" sz="2800" dirty="0"/>
          </a:p>
          <a:p>
            <a:r>
              <a:rPr lang="es-ES" sz="2800" dirty="0"/>
              <a:t>Cuantos más detalles des sobre la situación, menos "alucinará" o inventará la IA.</a:t>
            </a:r>
          </a:p>
          <a:p>
            <a:endParaRPr lang="es-ES" sz="2800" dirty="0"/>
          </a:p>
          <a:p>
            <a:pPr marL="457200" indent="-457200">
              <a:buFont typeface="Arial" panose="020B0604020202020204" pitchFamily="34" charset="0"/>
              <a:buChar char="•"/>
            </a:pPr>
            <a:r>
              <a:rPr lang="es-ES" sz="2800" b="1" dirty="0"/>
              <a:t>Mal</a:t>
            </a:r>
            <a:r>
              <a:rPr lang="es-ES" sz="2800" dirty="0"/>
              <a:t>: "Escribe un correo".</a:t>
            </a:r>
          </a:p>
          <a:p>
            <a:pPr marL="457200" indent="-457200">
              <a:buFont typeface="Arial" panose="020B0604020202020204" pitchFamily="34" charset="0"/>
              <a:buChar char="•"/>
            </a:pPr>
            <a:r>
              <a:rPr lang="es-ES" sz="2800" b="1" dirty="0"/>
              <a:t>Bien</a:t>
            </a:r>
            <a:r>
              <a:rPr lang="es-ES" sz="2800" dirty="0"/>
              <a:t>: "Escribe un correo para mi jefe pidiéndole libre el próximo viernes porque tengo una cita médica. Que sea profesional pero cercano".</a:t>
            </a:r>
          </a:p>
        </p:txBody>
      </p:sp>
      <p:sp>
        <p:nvSpPr>
          <p:cNvPr id="6" name="TextBox 5">
            <a:extLst>
              <a:ext uri="{FF2B5EF4-FFF2-40B4-BE49-F238E27FC236}">
                <a16:creationId xmlns:a16="http://schemas.microsoft.com/office/drawing/2014/main" id="{1FB3DBA4-BD6E-8332-A502-CB456A0DF0F6}"/>
              </a:ext>
            </a:extLst>
          </p:cNvPr>
          <p:cNvSpPr txBox="1"/>
          <p:nvPr/>
        </p:nvSpPr>
        <p:spPr>
          <a:xfrm>
            <a:off x="1392238" y="1139052"/>
            <a:ext cx="13901736" cy="1107996"/>
          </a:xfrm>
          <a:prstGeom prst="rect">
            <a:avLst/>
          </a:prstGeom>
          <a:noFill/>
        </p:spPr>
        <p:txBody>
          <a:bodyPr wrap="square" rtlCol="0">
            <a:spAutoFit/>
          </a:bodyPr>
          <a:lstStyle/>
          <a:p>
            <a:r>
              <a:rPr lang="es-ES" sz="6600" dirty="0"/>
              <a:t>Consejos básicos de </a:t>
            </a:r>
            <a:r>
              <a:rPr lang="es-ES" sz="6600" i="1" dirty="0"/>
              <a:t>prompting</a:t>
            </a:r>
          </a:p>
        </p:txBody>
      </p:sp>
    </p:spTree>
    <p:extLst>
      <p:ext uri="{BB962C8B-B14F-4D97-AF65-F5344CB8AC3E}">
        <p14:creationId xmlns:p14="http://schemas.microsoft.com/office/powerpoint/2010/main" val="1150423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14A1921-A540-23BD-C0BC-92EF7D4E6919}"/>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2139B261-D12D-DB38-E9DC-79C043EA8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301FBFE4-D7C3-ECD7-BB59-8E951D70B1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F33228DC-CA18-033A-769C-8F32F830477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876A1CCC-9E3A-8DD9-3260-E246010133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33ED6748-F288-5699-C4C8-76495FBBFF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B9BEDE38-3B9C-E61F-9AAD-20B8A8A316D3}"/>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E5A14CB2-9F57-9CCD-A26B-6683772CAEA7}"/>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49C4A564-2D9E-D969-CBE0-0C32F7DC42CD}"/>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32EA3EA9-F15B-DDCF-745D-72753D815EC3}"/>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A6261A31-85E9-1A6C-E21A-0C61CE41042D}"/>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38FA19DE-1573-31F0-751B-E819C8F29A14}"/>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03  Prompts</a:t>
            </a:r>
          </a:p>
          <a:p>
            <a:endParaRPr lang="es-ES" dirty="0"/>
          </a:p>
        </p:txBody>
      </p:sp>
      <p:sp>
        <p:nvSpPr>
          <p:cNvPr id="2" name="TextBox 1">
            <a:extLst>
              <a:ext uri="{FF2B5EF4-FFF2-40B4-BE49-F238E27FC236}">
                <a16:creationId xmlns:a16="http://schemas.microsoft.com/office/drawing/2014/main" id="{A29106B7-9C92-D05E-299B-BEEEE87557C7}"/>
              </a:ext>
            </a:extLst>
          </p:cNvPr>
          <p:cNvSpPr txBox="1"/>
          <p:nvPr/>
        </p:nvSpPr>
        <p:spPr>
          <a:xfrm>
            <a:off x="1224756" y="1185267"/>
            <a:ext cx="17911762" cy="3354765"/>
          </a:xfrm>
          <a:prstGeom prst="rect">
            <a:avLst/>
          </a:prstGeom>
          <a:noFill/>
        </p:spPr>
        <p:txBody>
          <a:bodyPr wrap="square" rtlCol="0">
            <a:spAutoFit/>
          </a:bodyPr>
          <a:lstStyle/>
          <a:p>
            <a:r>
              <a:rPr lang="es-ES" sz="3600" b="1" dirty="0"/>
              <a:t>3. Establece el Formato (¿Cómo lo quieres?)</a:t>
            </a:r>
          </a:p>
          <a:p>
            <a:endParaRPr lang="es-ES" sz="3600" b="1" dirty="0"/>
          </a:p>
          <a:p>
            <a:r>
              <a:rPr lang="es-ES" sz="2800" dirty="0"/>
              <a:t>Dile </a:t>
            </a:r>
            <a:r>
              <a:rPr lang="es-ES" sz="2800" b="1" u="sng" dirty="0"/>
              <a:t>exactamente cómo quieres que te entregue la información</a:t>
            </a:r>
            <a:r>
              <a:rPr lang="es-ES" sz="2800" dirty="0"/>
              <a:t>. Ahorra mucho tiempo de edición.</a:t>
            </a:r>
          </a:p>
          <a:p>
            <a:endParaRPr lang="es-ES" sz="2800" dirty="0"/>
          </a:p>
          <a:p>
            <a:pPr marL="457200" indent="-457200">
              <a:buFont typeface="Arial" panose="020B0604020202020204" pitchFamily="34" charset="0"/>
              <a:buChar char="•"/>
            </a:pPr>
            <a:r>
              <a:rPr lang="es-ES" sz="2800" b="1" dirty="0"/>
              <a:t>Ejemplos</a:t>
            </a:r>
            <a:r>
              <a:rPr lang="es-ES" sz="2800" dirty="0"/>
              <a:t>: "</a:t>
            </a:r>
            <a:r>
              <a:rPr lang="es-ES" sz="2800" i="1" dirty="0"/>
              <a:t>Responde en una tabla</a:t>
            </a:r>
            <a:r>
              <a:rPr lang="es-ES" sz="2800" dirty="0"/>
              <a:t>", "</a:t>
            </a:r>
            <a:r>
              <a:rPr lang="es-ES" sz="2800" i="1" dirty="0"/>
              <a:t>Usa </a:t>
            </a:r>
            <a:r>
              <a:rPr lang="es-ES" sz="2800" i="1" dirty="0" err="1"/>
              <a:t>bullet</a:t>
            </a:r>
            <a:r>
              <a:rPr lang="es-ES" sz="2800" i="1" dirty="0"/>
              <a:t> </a:t>
            </a:r>
            <a:r>
              <a:rPr lang="es-ES" sz="2800" i="1" dirty="0" err="1"/>
              <a:t>points</a:t>
            </a:r>
            <a:r>
              <a:rPr lang="es-ES" sz="2800" dirty="0"/>
              <a:t>", "</a:t>
            </a:r>
            <a:r>
              <a:rPr lang="es-ES" sz="2800" i="1" dirty="0"/>
              <a:t>Que no ocupe más de 100 palabras</a:t>
            </a:r>
            <a:r>
              <a:rPr lang="es-ES" sz="2800" dirty="0"/>
              <a:t>" o "</a:t>
            </a:r>
            <a:r>
              <a:rPr lang="es-ES" sz="2800" i="1" dirty="0"/>
              <a:t>Escríbelo en formato de guion de video</a:t>
            </a:r>
            <a:r>
              <a:rPr lang="es-ES" sz="2800" dirty="0"/>
              <a:t>".</a:t>
            </a:r>
          </a:p>
          <a:p>
            <a:endParaRPr lang="es-ES" sz="2800" dirty="0"/>
          </a:p>
        </p:txBody>
      </p:sp>
      <p:sp>
        <p:nvSpPr>
          <p:cNvPr id="5" name="TextBox 4">
            <a:extLst>
              <a:ext uri="{FF2B5EF4-FFF2-40B4-BE49-F238E27FC236}">
                <a16:creationId xmlns:a16="http://schemas.microsoft.com/office/drawing/2014/main" id="{B1A33CE4-B50D-815C-F07A-AE5504D7034F}"/>
              </a:ext>
            </a:extLst>
          </p:cNvPr>
          <p:cNvSpPr txBox="1"/>
          <p:nvPr/>
        </p:nvSpPr>
        <p:spPr>
          <a:xfrm>
            <a:off x="1210469" y="4540032"/>
            <a:ext cx="17110074" cy="4216539"/>
          </a:xfrm>
          <a:prstGeom prst="rect">
            <a:avLst/>
          </a:prstGeom>
          <a:noFill/>
        </p:spPr>
        <p:txBody>
          <a:bodyPr wrap="square" rtlCol="0">
            <a:spAutoFit/>
          </a:bodyPr>
          <a:lstStyle/>
          <a:p>
            <a:r>
              <a:rPr lang="es-ES" sz="3600" b="1" dirty="0"/>
              <a:t>4. La técnica de “Paso a Paso”</a:t>
            </a:r>
          </a:p>
          <a:p>
            <a:endParaRPr lang="es-ES" sz="3600" b="1" dirty="0"/>
          </a:p>
          <a:p>
            <a:r>
              <a:rPr lang="es-ES" sz="2800" dirty="0"/>
              <a:t>Si la tarea es compleja, pídele que piense antes de responder. Esto reduce errores lógicos de forma increíble.</a:t>
            </a:r>
          </a:p>
          <a:p>
            <a:endParaRPr lang="es-ES" sz="2800" dirty="0"/>
          </a:p>
          <a:p>
            <a:pPr marL="457200" indent="-457200">
              <a:buFont typeface="Arial" panose="020B0604020202020204" pitchFamily="34" charset="0"/>
              <a:buChar char="•"/>
            </a:pPr>
            <a:r>
              <a:rPr lang="es-ES" sz="2800" b="1" dirty="0"/>
              <a:t>Truco mágico: </a:t>
            </a:r>
            <a:r>
              <a:rPr lang="es-ES" sz="2800" dirty="0"/>
              <a:t>Añade al final de tu prompt la frase: "</a:t>
            </a:r>
            <a:r>
              <a:rPr lang="es-ES" sz="2800" b="1" i="1" dirty="0"/>
              <a:t>Piensa paso a paso antes de darme la respuesta final</a:t>
            </a:r>
            <a:r>
              <a:rPr lang="es-ES" sz="2800" dirty="0"/>
              <a:t>". Esto obliga a la IA a organizar sus "tokens" de forma más coherente. </a:t>
            </a:r>
          </a:p>
          <a:p>
            <a:pPr marL="457200" indent="-457200">
              <a:buFont typeface="Arial" panose="020B0604020202020204" pitchFamily="34" charset="0"/>
              <a:buChar char="•"/>
            </a:pPr>
            <a:r>
              <a:rPr lang="es-ES" sz="2800" b="1" dirty="0"/>
              <a:t>También sirve escribir </a:t>
            </a:r>
            <a:r>
              <a:rPr lang="es-ES" sz="2800" dirty="0"/>
              <a:t>“¿Tienes preguntas?” o “Hazme todas las preguntas necesarias para aclarar dudas”. Esto ayuda a resolver puntos sin cubrir o elementos sin detallar.</a:t>
            </a:r>
          </a:p>
        </p:txBody>
      </p:sp>
    </p:spTree>
    <p:extLst>
      <p:ext uri="{BB962C8B-B14F-4D97-AF65-F5344CB8AC3E}">
        <p14:creationId xmlns:p14="http://schemas.microsoft.com/office/powerpoint/2010/main" val="2235414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6D47071-F747-2657-62DD-120F85929F74}"/>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22C34E08-8E1C-FA2E-AD4C-A0A1BE3C9D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A7C0FFFA-42EE-D84F-65C7-6AB847A993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6E0373A8-5698-5FF0-619F-A85E7EE859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DBA3AF66-016B-0B45-92FD-7E6EA34BE3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EF695714-5935-9AF2-C5AA-2C727A7C45F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1C020D7C-7E8E-D8A6-CD98-D89424D2793F}"/>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B8E54936-F12F-18D9-7394-9177A2C9CE68}"/>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009505CE-F869-FB99-3692-197E0B35F8C6}"/>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610D015E-E623-32E6-61CC-E048A6694BA3}"/>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DC575C90-0146-58BE-401C-D112C933219A}"/>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9C3ABCDE-875D-87B0-7A70-74CDA625D3B1}"/>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04  Context Window</a:t>
            </a:r>
          </a:p>
          <a:p>
            <a:endParaRPr lang="es-ES" dirty="0"/>
          </a:p>
        </p:txBody>
      </p:sp>
      <p:sp>
        <p:nvSpPr>
          <p:cNvPr id="2" name="TextBox 1">
            <a:extLst>
              <a:ext uri="{FF2B5EF4-FFF2-40B4-BE49-F238E27FC236}">
                <a16:creationId xmlns:a16="http://schemas.microsoft.com/office/drawing/2014/main" id="{C16DC99E-F408-A6C5-596D-38AE0703A4D0}"/>
              </a:ext>
            </a:extLst>
          </p:cNvPr>
          <p:cNvSpPr txBox="1"/>
          <p:nvPr/>
        </p:nvSpPr>
        <p:spPr>
          <a:xfrm>
            <a:off x="754856" y="4509371"/>
            <a:ext cx="18858048" cy="1015663"/>
          </a:xfrm>
          <a:prstGeom prst="rect">
            <a:avLst/>
          </a:prstGeom>
          <a:noFill/>
        </p:spPr>
        <p:txBody>
          <a:bodyPr wrap="none" rtlCol="0">
            <a:spAutoFit/>
          </a:bodyPr>
          <a:lstStyle/>
          <a:p>
            <a:r>
              <a:rPr lang="es-ES" sz="6000" b="1" dirty="0"/>
              <a:t>¿Qué es el </a:t>
            </a:r>
            <a:r>
              <a:rPr lang="es-ES" sz="6000" b="1" i="1" dirty="0"/>
              <a:t>context window</a:t>
            </a:r>
            <a:r>
              <a:rPr lang="es-ES" sz="6000" b="1" dirty="0"/>
              <a:t> o ventana de contexto?</a:t>
            </a:r>
          </a:p>
        </p:txBody>
      </p:sp>
    </p:spTree>
    <p:extLst>
      <p:ext uri="{BB962C8B-B14F-4D97-AF65-F5344CB8AC3E}">
        <p14:creationId xmlns:p14="http://schemas.microsoft.com/office/powerpoint/2010/main" val="31326771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264C350-D37B-9FAB-777E-7B1BE98667DA}"/>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5E2DC7A6-AFC1-7A9A-75EE-F7FBD61BD2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E6ECA236-B396-B07A-52B2-BE08F89FD3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C6D28DF1-B7DA-99E7-0A67-2517249284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32A3334D-9DC3-49DD-C3F3-D6F333493D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4D307738-F38B-E58B-672C-C2A8CAE67FA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9AA4828C-3310-17E4-761E-9E563D578E67}"/>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E8F1ED5B-E3A7-AF9F-C7FE-1FD6C49BAE58}"/>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3E05DC12-CDEE-3073-BE1A-98C7B60A2FA6}"/>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B0819AB2-E3BC-82B5-852C-BF4629167D9D}"/>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0EFC0CED-8CB0-583C-A789-67DD3D5AA197}"/>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F4082FD2-0DC4-7695-9A05-ADB60E5A0D6D}"/>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04  Context Window</a:t>
            </a:r>
          </a:p>
          <a:p>
            <a:endParaRPr lang="es-ES" dirty="0"/>
          </a:p>
        </p:txBody>
      </p:sp>
      <p:sp>
        <p:nvSpPr>
          <p:cNvPr id="2" name="Rectangle 1">
            <a:extLst>
              <a:ext uri="{FF2B5EF4-FFF2-40B4-BE49-F238E27FC236}">
                <a16:creationId xmlns:a16="http://schemas.microsoft.com/office/drawing/2014/main" id="{96F5359E-3E40-A263-F33C-FD151FA819D1}"/>
              </a:ext>
            </a:extLst>
          </p:cNvPr>
          <p:cNvSpPr>
            <a:spLocks noChangeArrowheads="1"/>
          </p:cNvSpPr>
          <p:nvPr/>
        </p:nvSpPr>
        <p:spPr bwMode="auto">
          <a:xfrm>
            <a:off x="1591469" y="2561520"/>
            <a:ext cx="16921162"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3600" b="0" i="0" u="none" strike="noStrike" cap="none" normalizeH="0" baseline="0" dirty="0">
                <a:ln>
                  <a:noFill/>
                </a:ln>
                <a:solidFill>
                  <a:schemeClr val="tx1"/>
                </a:solidFill>
                <a:effectLst/>
                <a:latin typeface="Arial" panose="020B0604020202020204" pitchFamily="34" charset="0"/>
              </a:rPr>
              <a:t>Es la "</a:t>
            </a:r>
            <a:r>
              <a:rPr kumimoji="0" lang="es-ES" altLang="es-ES" sz="3600" b="1" i="0" u="none" strike="noStrike" cap="none" normalizeH="0" baseline="0" dirty="0">
                <a:ln>
                  <a:noFill/>
                </a:ln>
                <a:solidFill>
                  <a:schemeClr val="tx1"/>
                </a:solidFill>
                <a:effectLst/>
                <a:latin typeface="Arial" panose="020B0604020202020204" pitchFamily="34" charset="0"/>
              </a:rPr>
              <a:t>memoria a corto plazo</a:t>
            </a:r>
            <a:r>
              <a:rPr kumimoji="0" lang="es-ES" altLang="es-ES" sz="3600" b="0" i="0" u="none" strike="noStrike" cap="none" normalizeH="0" baseline="0" dirty="0">
                <a:ln>
                  <a:noFill/>
                </a:ln>
                <a:solidFill>
                  <a:schemeClr val="tx1"/>
                </a:solidFill>
                <a:effectLst/>
                <a:latin typeface="Arial" panose="020B0604020202020204" pitchFamily="34" charset="0"/>
              </a:rPr>
              <a:t>" del modelo durante una sesión.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3600" b="1" i="0" u="none" strike="noStrike" cap="none" normalizeH="0" baseline="0" dirty="0">
                <a:ln>
                  <a:noFill/>
                </a:ln>
                <a:solidFill>
                  <a:schemeClr val="tx1"/>
                </a:solidFill>
                <a:effectLst/>
                <a:latin typeface="Arial" panose="020B0604020202020204" pitchFamily="34" charset="0"/>
              </a:rPr>
              <a:t>Capacidad:</a:t>
            </a:r>
            <a:r>
              <a:rPr kumimoji="0" lang="es-ES" altLang="es-ES" sz="3600" b="0" i="0" u="none" strike="noStrike" cap="none" normalizeH="0" baseline="0" dirty="0">
                <a:ln>
                  <a:noFill/>
                </a:ln>
                <a:solidFill>
                  <a:schemeClr val="tx1"/>
                </a:solidFill>
                <a:effectLst/>
                <a:latin typeface="Arial" panose="020B0604020202020204" pitchFamily="34" charset="0"/>
              </a:rPr>
              <a:t> Es la cantidad máxima de tokens que el modelo puede "tener en mente" a la vez.</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ES" altLang="es-E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3600" b="1" i="0" u="none" strike="noStrike" cap="none" normalizeH="0" baseline="0" dirty="0">
                <a:ln>
                  <a:noFill/>
                </a:ln>
                <a:solidFill>
                  <a:schemeClr val="tx1"/>
                </a:solidFill>
                <a:effectLst/>
                <a:latin typeface="Arial" panose="020B0604020202020204" pitchFamily="34" charset="0"/>
              </a:rPr>
              <a:t>Qué incluye:</a:t>
            </a:r>
            <a:r>
              <a:rPr kumimoji="0" lang="es-ES" altLang="es-ES" sz="3600" b="0" i="0" u="none" strike="noStrike" cap="none" normalizeH="0" baseline="0" dirty="0">
                <a:ln>
                  <a:noFill/>
                </a:ln>
                <a:solidFill>
                  <a:schemeClr val="tx1"/>
                </a:solidFill>
                <a:effectLst/>
                <a:latin typeface="Arial" panose="020B0604020202020204" pitchFamily="34" charset="0"/>
              </a:rPr>
              <a:t> Abarca tu prompt actual, el código que tienes abierto, el historial de la conversación y las instrucciones internas.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ES" altLang="es-E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3600" b="1" i="0" u="none" strike="noStrike" cap="none" normalizeH="0" baseline="0" dirty="0">
                <a:ln>
                  <a:noFill/>
                </a:ln>
                <a:solidFill>
                  <a:schemeClr val="tx1"/>
                </a:solidFill>
                <a:effectLst/>
                <a:latin typeface="Arial" panose="020B0604020202020204" pitchFamily="34" charset="0"/>
              </a:rPr>
              <a:t>Limitación:</a:t>
            </a:r>
            <a:r>
              <a:rPr kumimoji="0" lang="es-ES" altLang="es-ES" sz="3600" b="0" i="0" u="none" strike="noStrike" cap="none" normalizeH="0" baseline="0" dirty="0">
                <a:ln>
                  <a:noFill/>
                </a:ln>
                <a:solidFill>
                  <a:schemeClr val="tx1"/>
                </a:solidFill>
                <a:effectLst/>
                <a:latin typeface="Arial" panose="020B0604020202020204" pitchFamily="34" charset="0"/>
              </a:rPr>
              <a:t> Si tu proyecto es muy grande y la ventana se llena, el modelo empezará a "olvidar" las primeras partes de la conversación.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27701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9CF5512-561C-06D4-EBA8-42380FFB929F}"/>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4CECAF88-B93C-DAAF-3EDE-D1ACB9B9D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A3CA52B7-CF40-094A-49C6-2BDAA8D9FD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13972B8E-FC08-D0A0-84CF-81CE13CDCB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055D1F08-F648-7ECB-B2C5-67F3CD382F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E07124A0-3A32-7BA3-29FF-7F8509D0B33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DCF07279-39B4-BF9D-CEB3-260573108DAE}"/>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FE461A0D-8986-046C-5694-4F7B5550D682}"/>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CBB15CC2-FD28-9D70-6290-DE89DE5C9B64}"/>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2DC6EEF2-0D0A-9B95-E6AB-2F01C31A37A5}"/>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56EB4C3A-2B85-E8A5-0884-F69FDDEE2DCE}"/>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816AD0DA-83A2-AA27-6E97-6819AB318271}"/>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04  Context Window</a:t>
            </a:r>
          </a:p>
          <a:p>
            <a:endParaRPr lang="es-ES" dirty="0"/>
          </a:p>
        </p:txBody>
      </p:sp>
      <p:sp>
        <p:nvSpPr>
          <p:cNvPr id="2" name="Rectangle 1">
            <a:extLst>
              <a:ext uri="{FF2B5EF4-FFF2-40B4-BE49-F238E27FC236}">
                <a16:creationId xmlns:a16="http://schemas.microsoft.com/office/drawing/2014/main" id="{7CE3CAA5-8E29-900B-0523-5D0006040D82}"/>
              </a:ext>
            </a:extLst>
          </p:cNvPr>
          <p:cNvSpPr>
            <a:spLocks noChangeArrowheads="1"/>
          </p:cNvSpPr>
          <p:nvPr/>
        </p:nvSpPr>
        <p:spPr bwMode="auto">
          <a:xfrm>
            <a:off x="1591469" y="1872476"/>
            <a:ext cx="16921162"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3600" b="1" i="0" u="none" strike="noStrike" cap="none" normalizeH="0" baseline="0" dirty="0">
                <a:ln>
                  <a:noFill/>
                </a:ln>
                <a:solidFill>
                  <a:schemeClr val="tx1"/>
                </a:solidFill>
                <a:effectLst/>
                <a:latin typeface="Arial" panose="020B0604020202020204" pitchFamily="34" charset="0"/>
              </a:rPr>
              <a:t>La analogía de la "pizarra“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3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3600" b="0" i="0" u="none" strike="noStrike" cap="none" normalizeH="0" baseline="0" dirty="0">
                <a:ln>
                  <a:noFill/>
                </a:ln>
                <a:solidFill>
                  <a:schemeClr val="tx1"/>
                </a:solidFill>
                <a:effectLst/>
                <a:latin typeface="Arial" panose="020B0604020202020204" pitchFamily="34" charset="0"/>
              </a:rPr>
              <a:t>Imagina que el LLM tiene una pizarra frente a él donde escribe todo lo que tú le dices y todo lo que él te responde.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36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3600" b="1" i="0" u="none" strike="noStrike" cap="none" normalizeH="0" baseline="0" dirty="0">
                <a:ln>
                  <a:noFill/>
                </a:ln>
                <a:solidFill>
                  <a:schemeClr val="tx1"/>
                </a:solidFill>
                <a:effectLst/>
                <a:latin typeface="Arial" panose="020B0604020202020204" pitchFamily="34" charset="0"/>
              </a:rPr>
              <a:t>Mientras quepa en la pizarra</a:t>
            </a:r>
            <a:r>
              <a:rPr kumimoji="0" lang="es-ES" altLang="es-ES" sz="3600" b="0" i="0" u="none" strike="noStrike" cap="none" normalizeH="0" baseline="0" dirty="0">
                <a:ln>
                  <a:noFill/>
                </a:ln>
                <a:solidFill>
                  <a:schemeClr val="tx1"/>
                </a:solidFill>
                <a:effectLst/>
                <a:latin typeface="Arial" panose="020B0604020202020204" pitchFamily="34" charset="0"/>
              </a:rPr>
              <a:t>: La IA recuerda perfectamente el contexto, los nombres que mencionaste y las instrucciones que le diste al principio.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36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3600" b="1" i="0" u="none" strike="noStrike" cap="none" normalizeH="0" baseline="0" dirty="0">
                <a:ln>
                  <a:noFill/>
                </a:ln>
                <a:solidFill>
                  <a:schemeClr val="tx1"/>
                </a:solidFill>
                <a:effectLst/>
                <a:latin typeface="Arial" panose="020B0604020202020204" pitchFamily="34" charset="0"/>
              </a:rPr>
              <a:t>Si la pizarra se llena</a:t>
            </a:r>
            <a:r>
              <a:rPr kumimoji="0" lang="es-ES" altLang="es-ES" sz="3600" b="0" i="0" u="none" strike="noStrike" cap="none" normalizeH="0" baseline="0" dirty="0">
                <a:ln>
                  <a:noFill/>
                </a:ln>
                <a:solidFill>
                  <a:schemeClr val="tx1"/>
                </a:solidFill>
                <a:effectLst/>
                <a:latin typeface="Arial" panose="020B0604020202020204" pitchFamily="34" charset="0"/>
              </a:rPr>
              <a:t>: Para seguir escribiendo cosas nuevas, la IA tiene que borrar lo primero que se escribió arriba. En ese momento, "olvida" el inicio de la charla.</a:t>
            </a:r>
          </a:p>
        </p:txBody>
      </p:sp>
    </p:spTree>
    <p:extLst>
      <p:ext uri="{BB962C8B-B14F-4D97-AF65-F5344CB8AC3E}">
        <p14:creationId xmlns:p14="http://schemas.microsoft.com/office/powerpoint/2010/main" val="17617275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F10B28E-FACC-9C86-0318-64F261520E8C}"/>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08031A37-E0EB-F6C3-71E3-0E5F8F761A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D1357A64-5A8D-869D-A3AD-025DC2B043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E0D70DE3-74E0-A5D9-8E02-3191766A98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AE61048C-9276-6C61-33CA-36EB4269FD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4B9B309B-DE4F-C0FC-42B8-FB7586A5454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76617478-1ECC-B136-BB40-C34F7F919D18}"/>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42206BE1-2207-48DF-E302-DD15EA91F0EA}"/>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459837D2-1175-A6A7-5BF5-560B0D6AE832}"/>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708E931E-DB9E-F917-FD8B-ED97542D64B5}"/>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95F67F71-1B23-ED8F-55A4-CA0853CE6C34}"/>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DDE91ECB-6AFF-B940-21F1-5062FD9AE6F4}"/>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04  Context Window</a:t>
            </a:r>
          </a:p>
          <a:p>
            <a:endParaRPr lang="es-ES" dirty="0"/>
          </a:p>
        </p:txBody>
      </p:sp>
      <p:sp>
        <p:nvSpPr>
          <p:cNvPr id="2" name="Rectangle 1">
            <a:extLst>
              <a:ext uri="{FF2B5EF4-FFF2-40B4-BE49-F238E27FC236}">
                <a16:creationId xmlns:a16="http://schemas.microsoft.com/office/drawing/2014/main" id="{F88795DB-49AD-A60E-FD91-730798E1B743}"/>
              </a:ext>
            </a:extLst>
          </p:cNvPr>
          <p:cNvSpPr>
            <a:spLocks noChangeArrowheads="1"/>
          </p:cNvSpPr>
          <p:nvPr/>
        </p:nvSpPr>
        <p:spPr bwMode="auto">
          <a:xfrm>
            <a:off x="1591469" y="2325856"/>
            <a:ext cx="16921162" cy="6863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4000" b="1" i="0" u="none" strike="noStrike" cap="none" normalizeH="0" baseline="0" dirty="0">
                <a:ln>
                  <a:noFill/>
                </a:ln>
                <a:solidFill>
                  <a:schemeClr val="tx1"/>
                </a:solidFill>
                <a:effectLst/>
                <a:latin typeface="Arial" panose="020B0604020202020204" pitchFamily="34" charset="0"/>
              </a:rPr>
              <a:t>3 claves sobre la ventana de contexto: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3600" b="1" i="0" u="none" strike="noStrike" cap="none" normalizeH="0" baseline="0" dirty="0">
              <a:ln>
                <a:noFill/>
              </a:ln>
              <a:solidFill>
                <a:schemeClr val="tx1"/>
              </a:solidFill>
              <a:effectLst/>
              <a:latin typeface="Arial" panose="020B0604020202020204" pitchFamily="34" charset="0"/>
            </a:endParaRP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kumimoji="0" lang="es-ES" altLang="es-ES" sz="3600" b="1" i="0" u="none" strike="noStrike" cap="none" normalizeH="0" baseline="0" dirty="0">
                <a:ln>
                  <a:noFill/>
                </a:ln>
                <a:solidFill>
                  <a:schemeClr val="tx1"/>
                </a:solidFill>
                <a:effectLst/>
                <a:latin typeface="Arial" panose="020B0604020202020204" pitchFamily="34" charset="0"/>
              </a:rPr>
              <a:t>Se mide en tokens</a:t>
            </a:r>
            <a:r>
              <a:rPr kumimoji="0" lang="es-ES" altLang="es-ES" sz="3600" i="0" u="none" strike="noStrike" cap="none" normalizeH="0" baseline="0" dirty="0">
                <a:ln>
                  <a:noFill/>
                </a:ln>
                <a:solidFill>
                  <a:schemeClr val="tx1"/>
                </a:solidFill>
                <a:effectLst/>
                <a:latin typeface="Arial" panose="020B0604020202020204" pitchFamily="34" charset="0"/>
              </a:rPr>
              <a:t>: No se mide en minutos ni en páginas, sino en el número de tokens que caben en esa "pizarra".</a:t>
            </a: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endParaRPr kumimoji="0" lang="es-ES" altLang="es-ES" sz="3600" i="0" u="none" strike="noStrike" cap="none" normalizeH="0" baseline="0" dirty="0">
              <a:ln>
                <a:noFill/>
              </a:ln>
              <a:solidFill>
                <a:schemeClr val="tx1"/>
              </a:solidFill>
              <a:effectLst/>
              <a:latin typeface="Arial" panose="020B0604020202020204" pitchFamily="34" charset="0"/>
            </a:endParaRP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kumimoji="0" lang="es-ES" altLang="es-ES" sz="3600" b="1" i="0" u="none" strike="noStrike" cap="none" normalizeH="0" baseline="0" dirty="0">
                <a:ln>
                  <a:noFill/>
                </a:ln>
                <a:solidFill>
                  <a:schemeClr val="tx1"/>
                </a:solidFill>
                <a:effectLst/>
                <a:latin typeface="Arial" panose="020B0604020202020204" pitchFamily="34" charset="0"/>
              </a:rPr>
              <a:t>Varía según el modelo</a:t>
            </a:r>
            <a:r>
              <a:rPr kumimoji="0" lang="es-ES" altLang="es-ES" sz="3600" i="0" u="none" strike="noStrike" cap="none" normalizeH="0" baseline="0" dirty="0">
                <a:ln>
                  <a:noFill/>
                </a:ln>
                <a:solidFill>
                  <a:schemeClr val="tx1"/>
                </a:solidFill>
                <a:effectLst/>
                <a:latin typeface="Arial" panose="020B0604020202020204" pitchFamily="34" charset="0"/>
              </a:rPr>
              <a:t>: Algunos modelos tienen ventanas pequeñas (como una nota adhesiva) y otros tienen ventanas gigantescas (como un libro entero de 500 páginas).</a:t>
            </a: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endParaRPr kumimoji="0" lang="es-ES" altLang="es-ES" sz="3600" i="0" u="none" strike="noStrike" cap="none" normalizeH="0" baseline="0" dirty="0">
              <a:ln>
                <a:noFill/>
              </a:ln>
              <a:solidFill>
                <a:schemeClr val="tx1"/>
              </a:solidFill>
              <a:effectLst/>
              <a:latin typeface="Arial" panose="020B0604020202020204" pitchFamily="34" charset="0"/>
            </a:endParaRP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kumimoji="0" lang="es-ES" altLang="es-ES" sz="3600" b="1" i="0" u="none" strike="noStrike" cap="none" normalizeH="0" baseline="0" dirty="0">
                <a:ln>
                  <a:noFill/>
                </a:ln>
                <a:solidFill>
                  <a:schemeClr val="tx1"/>
                </a:solidFill>
                <a:effectLst/>
                <a:latin typeface="Arial" panose="020B0604020202020204" pitchFamily="34" charset="0"/>
              </a:rPr>
              <a:t>Afecta la coherencia</a:t>
            </a:r>
            <a:r>
              <a:rPr kumimoji="0" lang="es-ES" altLang="es-ES" sz="3600" i="0" u="none" strike="noStrike" cap="none" normalizeH="0" baseline="0" dirty="0">
                <a:ln>
                  <a:noFill/>
                </a:ln>
                <a:solidFill>
                  <a:schemeClr val="tx1"/>
                </a:solidFill>
                <a:effectLst/>
                <a:latin typeface="Arial" panose="020B0604020202020204" pitchFamily="34" charset="0"/>
              </a:rPr>
              <a:t>: Si un libro es muy largo y la ventana de contexto es pequeña, la IA no podrá resumir el capítulo 1 si ya vas por el capítulo 20, porque ya lo habrá "borrado" de su memoria activa.</a:t>
            </a:r>
          </a:p>
        </p:txBody>
      </p:sp>
    </p:spTree>
    <p:extLst>
      <p:ext uri="{BB962C8B-B14F-4D97-AF65-F5344CB8AC3E}">
        <p14:creationId xmlns:p14="http://schemas.microsoft.com/office/powerpoint/2010/main" val="3847655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6971DED-9416-107F-AB35-887259602697}"/>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80A2FF14-DC7A-634B-CD15-41A559A9D0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8B02F835-14A1-C132-A290-B174DC95AF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4940BA6C-9CFB-BD77-B253-A2C53565B4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2AA11F38-F02B-641A-6A4D-1F62D24D60C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9D2A9C0C-0079-3844-02D3-D3C943B4A0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8EF9E744-3006-09A9-293A-A4084D9BE905}"/>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304E0A79-C0C0-6822-CB88-195B0B8A765C}"/>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12BECE86-D0B5-712C-0ABE-D841FBD2F17E}"/>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0BDCDBF6-182F-49BF-58FD-5A3438342312}"/>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5055D18E-99E1-5997-D763-D9CBE3E59061}"/>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1BF99740-33D5-A336-A96B-315EC7AF2612}"/>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05  System Prompt</a:t>
            </a:r>
          </a:p>
          <a:p>
            <a:endParaRPr lang="es-ES" dirty="0"/>
          </a:p>
        </p:txBody>
      </p:sp>
      <p:sp>
        <p:nvSpPr>
          <p:cNvPr id="2" name="TextBox 1">
            <a:extLst>
              <a:ext uri="{FF2B5EF4-FFF2-40B4-BE49-F238E27FC236}">
                <a16:creationId xmlns:a16="http://schemas.microsoft.com/office/drawing/2014/main" id="{D2E1134E-EDF8-F1CA-9582-B99F49C8776E}"/>
              </a:ext>
            </a:extLst>
          </p:cNvPr>
          <p:cNvSpPr txBox="1"/>
          <p:nvPr/>
        </p:nvSpPr>
        <p:spPr>
          <a:xfrm>
            <a:off x="2374900" y="4208125"/>
            <a:ext cx="14058900" cy="1446550"/>
          </a:xfrm>
          <a:prstGeom prst="rect">
            <a:avLst/>
          </a:prstGeom>
          <a:noFill/>
        </p:spPr>
        <p:txBody>
          <a:bodyPr wrap="square" rtlCol="0">
            <a:spAutoFit/>
          </a:bodyPr>
          <a:lstStyle/>
          <a:p>
            <a:r>
              <a:rPr lang="es-ES" sz="8800" dirty="0"/>
              <a:t>¿Qué es el </a:t>
            </a:r>
            <a:r>
              <a:rPr lang="es-ES" sz="8800" i="1" dirty="0"/>
              <a:t>system prompt</a:t>
            </a:r>
            <a:r>
              <a:rPr lang="es-ES" sz="8800" dirty="0"/>
              <a:t>?</a:t>
            </a:r>
          </a:p>
        </p:txBody>
      </p:sp>
    </p:spTree>
    <p:extLst>
      <p:ext uri="{BB962C8B-B14F-4D97-AF65-F5344CB8AC3E}">
        <p14:creationId xmlns:p14="http://schemas.microsoft.com/office/powerpoint/2010/main" val="35205841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CD11060-99D5-83AE-8424-B796C9BFA5F0}"/>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A9BC8A03-109F-65D4-6259-69BCCA5426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9FB8F55D-5EE3-8ADA-B37C-E2C4D0C804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168D52A9-F3CC-6D52-ECB3-A06BE2C50A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C47C2959-9AED-ECC1-B106-59F65D5104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CE725720-345B-6117-639C-45B6976D7D1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AC88CA81-9C85-FAFC-2656-EF09F3AFD2D0}"/>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4D8FF9A5-266E-3325-A485-1BF7C3BD3883}"/>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03A9EE1E-311C-8EE6-309C-C10B141FE87E}"/>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CB032E63-E073-A574-D24E-AA0705A8059C}"/>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B9614479-4300-6739-522D-CB655322C7A7}"/>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4F5AB419-5D85-7DE6-BF61-4FFBE9F9ECF3}"/>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05  System Prompt</a:t>
            </a:r>
          </a:p>
          <a:p>
            <a:endParaRPr lang="es-ES" dirty="0"/>
          </a:p>
        </p:txBody>
      </p:sp>
      <p:sp>
        <p:nvSpPr>
          <p:cNvPr id="3" name="Rectangle 2">
            <a:extLst>
              <a:ext uri="{FF2B5EF4-FFF2-40B4-BE49-F238E27FC236}">
                <a16:creationId xmlns:a16="http://schemas.microsoft.com/office/drawing/2014/main" id="{8394C5AF-73D6-DFE5-428D-830C4053D343}"/>
              </a:ext>
            </a:extLst>
          </p:cNvPr>
          <p:cNvSpPr>
            <a:spLocks noChangeArrowheads="1"/>
          </p:cNvSpPr>
          <p:nvPr/>
        </p:nvSpPr>
        <p:spPr bwMode="auto">
          <a:xfrm>
            <a:off x="1720850" y="3669516"/>
            <a:ext cx="1692116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3600" i="0" u="none" strike="noStrike" cap="none" normalizeH="0" baseline="0" dirty="0">
                <a:ln>
                  <a:noFill/>
                </a:ln>
                <a:solidFill>
                  <a:schemeClr val="tx1"/>
                </a:solidFill>
                <a:effectLst/>
                <a:latin typeface="Arial" panose="020B0604020202020204" pitchFamily="34" charset="0"/>
              </a:rPr>
              <a:t>Si el </a:t>
            </a:r>
            <a:r>
              <a:rPr kumimoji="0" lang="es-ES" altLang="es-ES" sz="3600" b="1" i="1" u="none" strike="noStrike" cap="none" normalizeH="0" baseline="0" dirty="0">
                <a:ln>
                  <a:noFill/>
                </a:ln>
                <a:solidFill>
                  <a:schemeClr val="tx1"/>
                </a:solidFill>
                <a:effectLst/>
                <a:latin typeface="Arial" panose="020B0604020202020204" pitchFamily="34" charset="0"/>
              </a:rPr>
              <a:t>prompt</a:t>
            </a:r>
            <a:r>
              <a:rPr kumimoji="0" lang="es-ES" altLang="es-ES" sz="3600" i="0" u="none" strike="noStrike" cap="none" normalizeH="0" baseline="0" dirty="0">
                <a:ln>
                  <a:noFill/>
                </a:ln>
                <a:solidFill>
                  <a:schemeClr val="tx1"/>
                </a:solidFill>
                <a:effectLst/>
                <a:latin typeface="Arial" panose="020B0604020202020204" pitchFamily="34" charset="0"/>
              </a:rPr>
              <a:t> es el "deseo" que le pides al genio, el </a:t>
            </a:r>
            <a:r>
              <a:rPr kumimoji="0" lang="es-ES" altLang="es-ES" sz="3600" b="1" i="0" u="none" strike="noStrike" cap="none" normalizeH="0" baseline="0" dirty="0">
                <a:ln>
                  <a:noFill/>
                </a:ln>
                <a:solidFill>
                  <a:schemeClr val="tx1"/>
                </a:solidFill>
                <a:effectLst/>
                <a:latin typeface="Arial" panose="020B0604020202020204" pitchFamily="34" charset="0"/>
              </a:rPr>
              <a:t>System Prompt son las reglas de la casa o el "ADN" que define cómo debe comportarse</a:t>
            </a:r>
            <a:r>
              <a:rPr kumimoji="0" lang="es-ES" altLang="es-ES" sz="3600" i="0" u="none" strike="noStrike" cap="none" normalizeH="0" baseline="0" dirty="0">
                <a:ln>
                  <a:noFill/>
                </a:ln>
                <a:solidFill>
                  <a:schemeClr val="tx1"/>
                </a:solidFill>
                <a:effectLst/>
                <a:latin typeface="Arial" panose="020B0604020202020204" pitchFamily="34" charset="0"/>
              </a:rPr>
              <a:t> ese genio antes de que tú siquiera abras la boca.</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36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3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3600" i="0" u="none" strike="noStrike" cap="none" normalizeH="0" baseline="0" dirty="0">
                <a:ln>
                  <a:noFill/>
                </a:ln>
                <a:solidFill>
                  <a:schemeClr val="tx1"/>
                </a:solidFill>
                <a:effectLst/>
                <a:latin typeface="Arial" panose="020B0604020202020204" pitchFamily="34" charset="0"/>
              </a:rPr>
              <a:t>Es una instrucción oculta que se le da a la IA para </a:t>
            </a:r>
            <a:r>
              <a:rPr kumimoji="0" lang="es-ES" altLang="es-ES" sz="3600" b="1" i="0" u="none" strike="noStrike" cap="none" normalizeH="0" baseline="0" dirty="0">
                <a:ln>
                  <a:noFill/>
                </a:ln>
                <a:solidFill>
                  <a:schemeClr val="tx1"/>
                </a:solidFill>
                <a:effectLst/>
                <a:latin typeface="Arial" panose="020B0604020202020204" pitchFamily="34" charset="0"/>
              </a:rPr>
              <a:t>configurar su personalidad, sus límites y su tono de forma permanente durante toda la sesión</a:t>
            </a:r>
            <a:r>
              <a:rPr kumimoji="0" lang="es-ES" altLang="es-ES" sz="360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977311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8AE403E-781F-96DE-0CB5-7983A41EBA34}"/>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E9E605D4-3347-3D17-4930-99FDF3D27F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DEC39ED2-76C3-0C25-A0AE-09E3AF693A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E9E5E062-54DC-BCB3-3FC8-907AF02AFF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B205F460-4CD4-1A42-6185-D9D79B31B0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95A4060D-8C7A-5206-B5F5-1BC714266F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1E26BEBA-7D11-B508-B43D-FBEB133EE229}"/>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2E3AAB6A-D5D1-5127-0CE2-B4E67DF1002A}"/>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1717AE2F-EF00-A163-6A4F-28C0E9AE9AB4}"/>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EBEB3549-62DC-1CA2-079C-8694B1C81E5F}"/>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9F42337B-6FAA-22B2-72C2-9A80A7BCFBCD}"/>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4D7FBAA7-8132-1FD1-5991-99F3981AAF1C}"/>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05  System Prompt</a:t>
            </a:r>
          </a:p>
          <a:p>
            <a:endParaRPr lang="es-ES" dirty="0"/>
          </a:p>
        </p:txBody>
      </p:sp>
      <p:sp>
        <p:nvSpPr>
          <p:cNvPr id="3" name="Rectangle 2">
            <a:extLst>
              <a:ext uri="{FF2B5EF4-FFF2-40B4-BE49-F238E27FC236}">
                <a16:creationId xmlns:a16="http://schemas.microsoft.com/office/drawing/2014/main" id="{30B5ECAA-4749-C6BF-E720-93EE4279D506}"/>
              </a:ext>
            </a:extLst>
          </p:cNvPr>
          <p:cNvSpPr>
            <a:spLocks noChangeArrowheads="1"/>
          </p:cNvSpPr>
          <p:nvPr/>
        </p:nvSpPr>
        <p:spPr bwMode="auto">
          <a:xfrm>
            <a:off x="1720850" y="1730524"/>
            <a:ext cx="16921162" cy="7848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3600" b="1" i="0" u="none" strike="noStrike" cap="none" normalizeH="0" baseline="0" dirty="0">
                <a:ln>
                  <a:noFill/>
                </a:ln>
                <a:solidFill>
                  <a:schemeClr val="tx1"/>
                </a:solidFill>
                <a:effectLst/>
                <a:latin typeface="Arial" panose="020B0604020202020204" pitchFamily="34" charset="0"/>
              </a:rPr>
              <a:t>La analogía del “Manual de Empleado”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3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3600" i="0" u="none" strike="noStrike" cap="none" normalizeH="0" baseline="0" dirty="0">
                <a:ln>
                  <a:noFill/>
                </a:ln>
                <a:solidFill>
                  <a:schemeClr val="tx1"/>
                </a:solidFill>
                <a:effectLst/>
                <a:latin typeface="Arial" panose="020B0604020202020204" pitchFamily="34" charset="0"/>
              </a:rPr>
              <a:t>Imagina que contratas a un recepcionista. Antes de que llegue el primer cliente (tú), le entregas un manual de conducta: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3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3600" b="1" i="0" u="none" strike="noStrike" cap="none" normalizeH="0" baseline="0" dirty="0">
                <a:ln>
                  <a:noFill/>
                </a:ln>
                <a:solidFill>
                  <a:schemeClr val="tx1"/>
                </a:solidFill>
                <a:effectLst/>
                <a:latin typeface="Arial" panose="020B0604020202020204" pitchFamily="34" charset="0"/>
              </a:rPr>
              <a:t>Manual (System Prompt): </a:t>
            </a:r>
            <a:r>
              <a:rPr kumimoji="0" lang="es-ES" altLang="es-ES" sz="3600" i="0" u="none" strike="noStrike" cap="none" normalizeH="0" baseline="0" dirty="0">
                <a:ln>
                  <a:noFill/>
                </a:ln>
                <a:solidFill>
                  <a:schemeClr val="tx1"/>
                </a:solidFill>
                <a:effectLst/>
                <a:latin typeface="Arial" panose="020B0604020202020204" pitchFamily="34" charset="0"/>
              </a:rPr>
              <a:t>"</a:t>
            </a:r>
            <a:r>
              <a:rPr kumimoji="0" lang="es-ES" altLang="es-ES" sz="3600" i="1" u="none" strike="noStrike" cap="none" normalizeH="0" baseline="0" dirty="0">
                <a:ln>
                  <a:noFill/>
                </a:ln>
                <a:solidFill>
                  <a:schemeClr val="tx1"/>
                </a:solidFill>
                <a:effectLst/>
                <a:latin typeface="Arial" panose="020B0604020202020204" pitchFamily="34" charset="0"/>
              </a:rPr>
              <a:t>Eres un recepcionista de un hotel de lujo. Debes ser extremadamente educado, hablar siempre en español e inglés, y nunca dar información sobre la vida privada de los dueños</a:t>
            </a:r>
            <a:r>
              <a:rPr kumimoji="0" lang="es-ES" altLang="es-ES" sz="360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3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3600" b="1" i="0" u="none" strike="noStrike" cap="none" normalizeH="0" baseline="0" dirty="0">
                <a:ln>
                  <a:noFill/>
                </a:ln>
                <a:solidFill>
                  <a:schemeClr val="tx1"/>
                </a:solidFill>
                <a:effectLst/>
                <a:latin typeface="Arial" panose="020B0604020202020204" pitchFamily="34" charset="0"/>
              </a:rPr>
              <a:t>Cliente</a:t>
            </a:r>
            <a:r>
              <a:rPr kumimoji="0" lang="es-ES" altLang="es-ES" sz="3600" i="0" u="none" strike="noStrike" cap="none" normalizeH="0" baseline="0" dirty="0">
                <a:ln>
                  <a:noFill/>
                </a:ln>
                <a:solidFill>
                  <a:schemeClr val="tx1"/>
                </a:solidFill>
                <a:effectLst/>
                <a:latin typeface="Arial" panose="020B0604020202020204" pitchFamily="34" charset="0"/>
              </a:rPr>
              <a:t> (Tu Prompt): "Hola, ¿tienes habitación?“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3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3600" b="1" i="0" u="none" strike="noStrike" cap="none" normalizeH="0" baseline="0" dirty="0">
                <a:ln>
                  <a:noFill/>
                </a:ln>
                <a:solidFill>
                  <a:schemeClr val="tx1"/>
                </a:solidFill>
                <a:effectLst/>
                <a:latin typeface="Arial" panose="020B0604020202020204" pitchFamily="34" charset="0"/>
              </a:rPr>
              <a:t>Resultado</a:t>
            </a:r>
            <a:r>
              <a:rPr kumimoji="0" lang="es-ES" altLang="es-ES" sz="3600" i="0" u="none" strike="noStrike" cap="none" normalizeH="0" baseline="0" dirty="0">
                <a:ln>
                  <a:noFill/>
                </a:ln>
                <a:solidFill>
                  <a:schemeClr val="tx1"/>
                </a:solidFill>
                <a:effectLst/>
                <a:latin typeface="Arial" panose="020B0604020202020204" pitchFamily="34" charset="0"/>
              </a:rPr>
              <a:t>: El recepcionista te responderá con elegancia y en dos idiomas, porque su "configuración de fábrica" para ese día ya está establecida.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36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787961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3C14506-B7C5-25C6-7AC8-F923A8F4C05E}"/>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F5C3E323-A700-7C07-6D10-0EC5ACF19E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772F61F6-A876-EBFB-85CF-AB6E9446AA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400C9AC8-50B4-886A-D4E4-84CE1D62B77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7FC3C251-B0B1-F059-260E-A652296859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DCEB85D7-031A-F29C-526A-1BF93CEE227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B7027109-0125-E18D-C7A2-3FFB3FB37C01}"/>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49234791-3782-0AE3-6304-78BCD13305D7}"/>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DE65675F-361C-6B14-65F5-99C8C130754C}"/>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4C952043-4A28-8347-0018-F5F5C6307B4F}"/>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496B998D-8500-0C43-CFB5-05AC799324DF}"/>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AE2632C2-B95F-8AF7-F80B-A5890FBB5C41}"/>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05  System Prompt</a:t>
            </a:r>
          </a:p>
          <a:p>
            <a:endParaRPr lang="es-ES" dirty="0"/>
          </a:p>
        </p:txBody>
      </p:sp>
      <p:sp>
        <p:nvSpPr>
          <p:cNvPr id="3" name="Rectangle 2">
            <a:extLst>
              <a:ext uri="{FF2B5EF4-FFF2-40B4-BE49-F238E27FC236}">
                <a16:creationId xmlns:a16="http://schemas.microsoft.com/office/drawing/2014/main" id="{50C6FB7D-0EDC-845F-89BD-D7ED51D63746}"/>
              </a:ext>
            </a:extLst>
          </p:cNvPr>
          <p:cNvSpPr>
            <a:spLocks noChangeArrowheads="1"/>
          </p:cNvSpPr>
          <p:nvPr/>
        </p:nvSpPr>
        <p:spPr bwMode="auto">
          <a:xfrm>
            <a:off x="1591469" y="1724234"/>
            <a:ext cx="16921162" cy="729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4000" b="1" i="0" u="sng" strike="noStrike" cap="none" normalizeH="0" baseline="0" dirty="0">
                <a:ln>
                  <a:noFill/>
                </a:ln>
                <a:solidFill>
                  <a:schemeClr val="tx1"/>
                </a:solidFill>
                <a:effectLst/>
                <a:latin typeface="Arial" panose="020B0604020202020204" pitchFamily="34" charset="0"/>
              </a:rPr>
              <a:t>3 diferencias clave con el prompt normal: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3600" b="1" i="0"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3600" b="1" i="0" u="none" strike="noStrike" cap="none" normalizeH="0" baseline="0" dirty="0">
                <a:ln>
                  <a:noFill/>
                </a:ln>
                <a:solidFill>
                  <a:schemeClr val="tx1"/>
                </a:solidFill>
                <a:effectLst/>
                <a:latin typeface="Arial" panose="020B0604020202020204" pitchFamily="34" charset="0"/>
              </a:rPr>
              <a:t>Jerarquía</a:t>
            </a:r>
            <a:r>
              <a:rPr kumimoji="0" lang="es-ES" altLang="es-ES" sz="3600" i="0" u="none" strike="noStrike" cap="none" normalizeH="0" baseline="0" dirty="0">
                <a:ln>
                  <a:noFill/>
                </a:ln>
                <a:solidFill>
                  <a:schemeClr val="tx1"/>
                </a:solidFill>
                <a:effectLst/>
                <a:latin typeface="Arial" panose="020B0604020202020204" pitchFamily="34" charset="0"/>
              </a:rPr>
              <a:t>: El System Prompt tiene "más autoridad". Si en el sistema dice "Nunca uses emojis" y tú en tu chat le dices "Pon un emoji", la IA suele priorizar la regla del sistema.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3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3600" b="1" i="0" u="none" strike="noStrike" cap="none" normalizeH="0" baseline="0" dirty="0">
                <a:ln>
                  <a:noFill/>
                </a:ln>
                <a:solidFill>
                  <a:schemeClr val="tx1"/>
                </a:solidFill>
                <a:effectLst/>
                <a:latin typeface="Arial" panose="020B0604020202020204" pitchFamily="34" charset="0"/>
              </a:rPr>
              <a:t>Persistencia</a:t>
            </a:r>
            <a:r>
              <a:rPr kumimoji="0" lang="es-ES" altLang="es-ES" sz="3600" i="0" u="none" strike="noStrike" cap="none" normalizeH="0" baseline="0" dirty="0">
                <a:ln>
                  <a:noFill/>
                </a:ln>
                <a:solidFill>
                  <a:schemeClr val="tx1"/>
                </a:solidFill>
                <a:effectLst/>
                <a:latin typeface="Arial" panose="020B0604020202020204" pitchFamily="34" charset="0"/>
              </a:rPr>
              <a:t>: Mientras que un prompt normal se puede "olvidar" si la conversación es muy larga (sale de la ventana de contexto), el System Prompt suele mantenerse "fijo" en la memoria de la IA.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3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3600" b="1" i="0" u="none" strike="noStrike" cap="none" normalizeH="0" baseline="0" dirty="0">
                <a:ln>
                  <a:noFill/>
                </a:ln>
                <a:solidFill>
                  <a:schemeClr val="tx1"/>
                </a:solidFill>
                <a:effectLst/>
                <a:latin typeface="Arial" panose="020B0604020202020204" pitchFamily="34" charset="0"/>
              </a:rPr>
              <a:t>Invisibilidad</a:t>
            </a:r>
            <a:r>
              <a:rPr kumimoji="0" lang="es-ES" altLang="es-ES" sz="3600" i="0" u="none" strike="noStrike" cap="none" normalizeH="0" baseline="0" dirty="0">
                <a:ln>
                  <a:noFill/>
                </a:ln>
                <a:solidFill>
                  <a:schemeClr val="tx1"/>
                </a:solidFill>
                <a:effectLst/>
                <a:latin typeface="Arial" panose="020B0604020202020204" pitchFamily="34" charset="0"/>
              </a:rPr>
              <a:t>: Normalmente, tú no ves el System Prompt en la interfaz de aplicaciones como ChatGPT, pero está ahí detrás definiendo que la IA sea "un asistente útil, inofensivo y honesto". </a:t>
            </a:r>
          </a:p>
        </p:txBody>
      </p:sp>
    </p:spTree>
    <p:extLst>
      <p:ext uri="{BB962C8B-B14F-4D97-AF65-F5344CB8AC3E}">
        <p14:creationId xmlns:p14="http://schemas.microsoft.com/office/powerpoint/2010/main" val="23545397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345FA7C-4FDC-DDD1-0F36-FC653FC9800B}"/>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6179F726-A0D7-1040-F8EC-50C15E110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62C65DD5-BCB7-6AD5-B457-448A8155AB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47C4895D-A124-3507-C247-57C16BB071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04BE20E1-AE98-2DE5-BF4E-98031677BA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3D0C5D3A-AE4D-8673-CF12-6B0AA9120B7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7CB4215E-9767-16C6-1993-69249C7C1A2F}"/>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2ACF0782-D39A-C053-2585-279F4DD88DB3}"/>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530DB1A5-7AA2-0D5C-18C0-596D578C0BC6}"/>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6C1F0022-2093-AD86-DA6B-66DC8F803783}"/>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0CCB54BA-D886-E4B6-08F2-EBFCFACCB327}"/>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32039E1A-0B00-5176-804F-60F013F36872}"/>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06  Modelos disponibles en Copilot</a:t>
            </a:r>
          </a:p>
          <a:p>
            <a:endParaRPr lang="es-ES" dirty="0"/>
          </a:p>
        </p:txBody>
      </p:sp>
      <p:sp>
        <p:nvSpPr>
          <p:cNvPr id="36" name="TextBox 35">
            <a:extLst>
              <a:ext uri="{FF2B5EF4-FFF2-40B4-BE49-F238E27FC236}">
                <a16:creationId xmlns:a16="http://schemas.microsoft.com/office/drawing/2014/main" id="{9804C76F-5722-3FB4-BBE4-DEDA07E6C351}"/>
              </a:ext>
            </a:extLst>
          </p:cNvPr>
          <p:cNvSpPr txBox="1"/>
          <p:nvPr/>
        </p:nvSpPr>
        <p:spPr>
          <a:xfrm>
            <a:off x="1555750" y="4823678"/>
            <a:ext cx="16992600" cy="830997"/>
          </a:xfrm>
          <a:prstGeom prst="rect">
            <a:avLst/>
          </a:prstGeom>
          <a:noFill/>
        </p:spPr>
        <p:txBody>
          <a:bodyPr wrap="square" rtlCol="0">
            <a:spAutoFit/>
          </a:bodyPr>
          <a:lstStyle/>
          <a:p>
            <a:r>
              <a:rPr lang="es-ES" sz="4800" b="1" dirty="0"/>
              <a:t>¿Qué modelos tenemos disponibles en Github Copilot?</a:t>
            </a:r>
          </a:p>
        </p:txBody>
      </p:sp>
    </p:spTree>
    <p:extLst>
      <p:ext uri="{BB962C8B-B14F-4D97-AF65-F5344CB8AC3E}">
        <p14:creationId xmlns:p14="http://schemas.microsoft.com/office/powerpoint/2010/main" val="26612320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9CD0319-AF65-2693-5A2C-F7A85C42A835}"/>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00D3E019-6E9F-3AD5-D7F4-5AA857F93C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A1374E64-1BAD-145E-FAC1-4B37FA2828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768BB357-84DD-9EA4-9725-B544B6CD84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B36F8F91-05C6-14A5-F2E9-90C961BC60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412BBC86-7B2A-9E5C-9E43-E72AD30E9C3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7D352898-290B-C75A-A64C-95F4CEC821F6}"/>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F33CB814-EABB-5948-649D-402379A26DC9}"/>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01B1FEBC-2B66-4582-80DA-A28E88CCAFA0}"/>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D2548A6E-25F7-D1F4-601C-0F9F8672724E}"/>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05011262-8FE6-226E-FCED-BE2988962B87}"/>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D282B382-4CCB-2996-4D64-D8557ECE0664}"/>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06  Modelos disponibles en Copilot</a:t>
            </a:r>
          </a:p>
          <a:p>
            <a:endParaRPr lang="es-ES" dirty="0"/>
          </a:p>
        </p:txBody>
      </p:sp>
      <p:pic>
        <p:nvPicPr>
          <p:cNvPr id="3" name="Picture 2">
            <a:extLst>
              <a:ext uri="{FF2B5EF4-FFF2-40B4-BE49-F238E27FC236}">
                <a16:creationId xmlns:a16="http://schemas.microsoft.com/office/drawing/2014/main" id="{778ED906-AE36-2A19-B8C5-D23B634CDB7D}"/>
              </a:ext>
            </a:extLst>
          </p:cNvPr>
          <p:cNvPicPr>
            <a:picLocks noChangeAspect="1"/>
          </p:cNvPicPr>
          <p:nvPr/>
        </p:nvPicPr>
        <p:blipFill>
          <a:blip r:embed="rId8"/>
          <a:stretch>
            <a:fillRect/>
          </a:stretch>
        </p:blipFill>
        <p:spPr>
          <a:xfrm>
            <a:off x="7461250" y="3216275"/>
            <a:ext cx="4455051" cy="5734223"/>
          </a:xfrm>
          <a:prstGeom prst="rect">
            <a:avLst/>
          </a:prstGeom>
        </p:spPr>
      </p:pic>
      <p:cxnSp>
        <p:nvCxnSpPr>
          <p:cNvPr id="5" name="Straight Arrow Connector 4">
            <a:extLst>
              <a:ext uri="{FF2B5EF4-FFF2-40B4-BE49-F238E27FC236}">
                <a16:creationId xmlns:a16="http://schemas.microsoft.com/office/drawing/2014/main" id="{1E47B4AB-C7BC-DD9E-7ADB-9C588D4F22FF}"/>
              </a:ext>
            </a:extLst>
          </p:cNvPr>
          <p:cNvCxnSpPr/>
          <p:nvPr/>
        </p:nvCxnSpPr>
        <p:spPr>
          <a:xfrm flipV="1">
            <a:off x="11916301" y="3201670"/>
            <a:ext cx="1676400" cy="91440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1EAE24B-C412-00DC-EBCD-D205CE303AAA}"/>
              </a:ext>
            </a:extLst>
          </p:cNvPr>
          <p:cNvSpPr txBox="1"/>
          <p:nvPr/>
        </p:nvSpPr>
        <p:spPr>
          <a:xfrm>
            <a:off x="13862050" y="2846943"/>
            <a:ext cx="5679549" cy="954107"/>
          </a:xfrm>
          <a:prstGeom prst="rect">
            <a:avLst/>
          </a:prstGeom>
          <a:noFill/>
        </p:spPr>
        <p:txBody>
          <a:bodyPr wrap="square" rtlCol="0">
            <a:spAutoFit/>
          </a:bodyPr>
          <a:lstStyle/>
          <a:p>
            <a:r>
              <a:rPr lang="es-ES" sz="2800" b="1" dirty="0"/>
              <a:t>Modelo más </a:t>
            </a:r>
            <a:r>
              <a:rPr lang="es-ES" sz="2800" b="1" u="sng" dirty="0"/>
              <a:t>avanzado y caro </a:t>
            </a:r>
            <a:r>
              <a:rPr lang="es-ES" sz="2800" b="1" dirty="0"/>
              <a:t>de generación de código</a:t>
            </a:r>
          </a:p>
        </p:txBody>
      </p:sp>
      <p:cxnSp>
        <p:nvCxnSpPr>
          <p:cNvPr id="7" name="Straight Arrow Connector 6">
            <a:extLst>
              <a:ext uri="{FF2B5EF4-FFF2-40B4-BE49-F238E27FC236}">
                <a16:creationId xmlns:a16="http://schemas.microsoft.com/office/drawing/2014/main" id="{07083CB6-905C-A1F1-5071-C83BDF7183CC}"/>
              </a:ext>
            </a:extLst>
          </p:cNvPr>
          <p:cNvCxnSpPr/>
          <p:nvPr/>
        </p:nvCxnSpPr>
        <p:spPr>
          <a:xfrm flipV="1">
            <a:off x="11898867" y="4740275"/>
            <a:ext cx="1676400" cy="91440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0588E9E-CEFE-0178-75CA-E8C0714B96B2}"/>
              </a:ext>
            </a:extLst>
          </p:cNvPr>
          <p:cNvSpPr txBox="1"/>
          <p:nvPr/>
        </p:nvSpPr>
        <p:spPr>
          <a:xfrm>
            <a:off x="13858471" y="4231534"/>
            <a:ext cx="5679549" cy="954107"/>
          </a:xfrm>
          <a:prstGeom prst="rect">
            <a:avLst/>
          </a:prstGeom>
          <a:noFill/>
        </p:spPr>
        <p:txBody>
          <a:bodyPr wrap="square" rtlCol="0">
            <a:spAutoFit/>
          </a:bodyPr>
          <a:lstStyle/>
          <a:p>
            <a:r>
              <a:rPr lang="es-ES" sz="2800" b="1" dirty="0"/>
              <a:t>Modelo intermedio de generación de código</a:t>
            </a:r>
          </a:p>
        </p:txBody>
      </p:sp>
      <p:cxnSp>
        <p:nvCxnSpPr>
          <p:cNvPr id="9" name="Straight Arrow Connector 8">
            <a:extLst>
              <a:ext uri="{FF2B5EF4-FFF2-40B4-BE49-F238E27FC236}">
                <a16:creationId xmlns:a16="http://schemas.microsoft.com/office/drawing/2014/main" id="{331EA0AB-CEB6-4EC4-284E-8B7603DF7374}"/>
              </a:ext>
            </a:extLst>
          </p:cNvPr>
          <p:cNvCxnSpPr>
            <a:cxnSpLocks/>
          </p:cNvCxnSpPr>
          <p:nvPr/>
        </p:nvCxnSpPr>
        <p:spPr>
          <a:xfrm flipH="1" flipV="1">
            <a:off x="5099050" y="3323996"/>
            <a:ext cx="2362200" cy="1187679"/>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F7563F42-AA94-1F3D-72B0-B2B7CAF5CAEA}"/>
              </a:ext>
            </a:extLst>
          </p:cNvPr>
          <p:cNvCxnSpPr>
            <a:cxnSpLocks/>
          </p:cNvCxnSpPr>
          <p:nvPr/>
        </p:nvCxnSpPr>
        <p:spPr>
          <a:xfrm flipH="1" flipV="1">
            <a:off x="4641850" y="3917835"/>
            <a:ext cx="2819400" cy="3480395"/>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3624C286-702D-46F2-D94C-6949533F0FAA}"/>
              </a:ext>
            </a:extLst>
          </p:cNvPr>
          <p:cNvSpPr txBox="1"/>
          <p:nvPr/>
        </p:nvSpPr>
        <p:spPr>
          <a:xfrm>
            <a:off x="685165" y="2189755"/>
            <a:ext cx="5679549" cy="954107"/>
          </a:xfrm>
          <a:prstGeom prst="rect">
            <a:avLst/>
          </a:prstGeom>
          <a:noFill/>
        </p:spPr>
        <p:txBody>
          <a:bodyPr wrap="square" rtlCol="0">
            <a:spAutoFit/>
          </a:bodyPr>
          <a:lstStyle/>
          <a:p>
            <a:r>
              <a:rPr lang="es-ES" sz="2800" b="1" dirty="0"/>
              <a:t>Mejores modelos generalistas (vale para todo)</a:t>
            </a:r>
          </a:p>
        </p:txBody>
      </p:sp>
      <p:cxnSp>
        <p:nvCxnSpPr>
          <p:cNvPr id="16" name="Straight Arrow Connector 15">
            <a:extLst>
              <a:ext uri="{FF2B5EF4-FFF2-40B4-BE49-F238E27FC236}">
                <a16:creationId xmlns:a16="http://schemas.microsoft.com/office/drawing/2014/main" id="{C29D80F8-6E4F-B081-7860-790A006CAD02}"/>
              </a:ext>
            </a:extLst>
          </p:cNvPr>
          <p:cNvCxnSpPr>
            <a:cxnSpLocks/>
          </p:cNvCxnSpPr>
          <p:nvPr/>
        </p:nvCxnSpPr>
        <p:spPr>
          <a:xfrm flipH="1">
            <a:off x="4479435" y="5144433"/>
            <a:ext cx="2976850" cy="1096312"/>
          </a:xfrm>
          <a:prstGeom prst="straightConnector1">
            <a:avLst/>
          </a:prstGeom>
          <a:ln w="76200">
            <a:solidFill>
              <a:srgbClr val="7030A0"/>
            </a:solidFill>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C4F1456D-9A3E-8B55-B2CB-01BB62600631}"/>
              </a:ext>
            </a:extLst>
          </p:cNvPr>
          <p:cNvCxnSpPr>
            <a:cxnSpLocks/>
          </p:cNvCxnSpPr>
          <p:nvPr/>
        </p:nvCxnSpPr>
        <p:spPr>
          <a:xfrm flipH="1" flipV="1">
            <a:off x="4479435" y="6699402"/>
            <a:ext cx="2972578" cy="1165808"/>
          </a:xfrm>
          <a:prstGeom prst="straightConnector1">
            <a:avLst/>
          </a:prstGeom>
          <a:ln w="76200">
            <a:solidFill>
              <a:srgbClr val="7030A0"/>
            </a:solidFill>
            <a:tailEnd type="triangle"/>
          </a:ln>
        </p:spPr>
        <p:style>
          <a:lnRef idx="1">
            <a:schemeClr val="accent2"/>
          </a:lnRef>
          <a:fillRef idx="0">
            <a:schemeClr val="accent2"/>
          </a:fillRef>
          <a:effectRef idx="0">
            <a:schemeClr val="accent2"/>
          </a:effectRef>
          <a:fontRef idx="minor">
            <a:schemeClr val="tx1"/>
          </a:fontRef>
        </p:style>
      </p:cxnSp>
      <p:cxnSp>
        <p:nvCxnSpPr>
          <p:cNvPr id="21" name="Straight Arrow Connector 20">
            <a:extLst>
              <a:ext uri="{FF2B5EF4-FFF2-40B4-BE49-F238E27FC236}">
                <a16:creationId xmlns:a16="http://schemas.microsoft.com/office/drawing/2014/main" id="{9700BFDC-FFB0-45E4-03E5-D8546EF904F4}"/>
              </a:ext>
            </a:extLst>
          </p:cNvPr>
          <p:cNvCxnSpPr>
            <a:cxnSpLocks/>
          </p:cNvCxnSpPr>
          <p:nvPr/>
        </p:nvCxnSpPr>
        <p:spPr>
          <a:xfrm flipH="1" flipV="1">
            <a:off x="4479435" y="7282306"/>
            <a:ext cx="2972578" cy="1271264"/>
          </a:xfrm>
          <a:prstGeom prst="straightConnector1">
            <a:avLst/>
          </a:prstGeom>
          <a:ln w="76200">
            <a:solidFill>
              <a:srgbClr val="7030A0"/>
            </a:solidFill>
            <a:tailEnd type="triangle"/>
          </a:ln>
        </p:spPr>
        <p:style>
          <a:lnRef idx="1">
            <a:schemeClr val="accent2"/>
          </a:lnRef>
          <a:fillRef idx="0">
            <a:schemeClr val="accent2"/>
          </a:fillRef>
          <a:effectRef idx="0">
            <a:schemeClr val="accent2"/>
          </a:effectRef>
          <a:fontRef idx="minor">
            <a:schemeClr val="tx1"/>
          </a:fontRef>
        </p:style>
      </p:cxnSp>
      <p:sp>
        <p:nvSpPr>
          <p:cNvPr id="25" name="TextBox 24">
            <a:extLst>
              <a:ext uri="{FF2B5EF4-FFF2-40B4-BE49-F238E27FC236}">
                <a16:creationId xmlns:a16="http://schemas.microsoft.com/office/drawing/2014/main" id="{6FDA9F9D-9FEA-2C05-48CC-A2A0E2147AAA}"/>
              </a:ext>
            </a:extLst>
          </p:cNvPr>
          <p:cNvSpPr txBox="1"/>
          <p:nvPr/>
        </p:nvSpPr>
        <p:spPr>
          <a:xfrm>
            <a:off x="942975" y="6083386"/>
            <a:ext cx="3300206" cy="954107"/>
          </a:xfrm>
          <a:prstGeom prst="rect">
            <a:avLst/>
          </a:prstGeom>
          <a:noFill/>
        </p:spPr>
        <p:txBody>
          <a:bodyPr wrap="square" rtlCol="0">
            <a:spAutoFit/>
          </a:bodyPr>
          <a:lstStyle/>
          <a:p>
            <a:r>
              <a:rPr lang="es-ES" sz="2800" b="1" dirty="0"/>
              <a:t>Modelos básicos </a:t>
            </a:r>
          </a:p>
          <a:p>
            <a:r>
              <a:rPr lang="es-ES" sz="2800" b="1" dirty="0"/>
              <a:t>(tareas sencillas)</a:t>
            </a:r>
          </a:p>
        </p:txBody>
      </p:sp>
      <p:sp>
        <p:nvSpPr>
          <p:cNvPr id="29" name="Rectangle 28">
            <a:extLst>
              <a:ext uri="{FF2B5EF4-FFF2-40B4-BE49-F238E27FC236}">
                <a16:creationId xmlns:a16="http://schemas.microsoft.com/office/drawing/2014/main" id="{B2F29609-AF9D-E70F-1714-B2F222A5290F}"/>
              </a:ext>
            </a:extLst>
          </p:cNvPr>
          <p:cNvSpPr/>
          <p:nvPr/>
        </p:nvSpPr>
        <p:spPr>
          <a:xfrm>
            <a:off x="7461250" y="4425075"/>
            <a:ext cx="4437617" cy="467599"/>
          </a:xfrm>
          <a:prstGeom prst="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Rectangle 29">
            <a:extLst>
              <a:ext uri="{FF2B5EF4-FFF2-40B4-BE49-F238E27FC236}">
                <a16:creationId xmlns:a16="http://schemas.microsoft.com/office/drawing/2014/main" id="{D72ED8B5-B841-5458-E6A9-43E2F74C5369}"/>
              </a:ext>
            </a:extLst>
          </p:cNvPr>
          <p:cNvSpPr/>
          <p:nvPr/>
        </p:nvSpPr>
        <p:spPr>
          <a:xfrm>
            <a:off x="7495887" y="7190981"/>
            <a:ext cx="4437617" cy="467599"/>
          </a:xfrm>
          <a:prstGeom prst="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Rectangle 30">
            <a:extLst>
              <a:ext uri="{FF2B5EF4-FFF2-40B4-BE49-F238E27FC236}">
                <a16:creationId xmlns:a16="http://schemas.microsoft.com/office/drawing/2014/main" id="{C3D36DE8-D0D9-1939-CA89-C4C7DC7E00C8}"/>
              </a:ext>
            </a:extLst>
          </p:cNvPr>
          <p:cNvSpPr/>
          <p:nvPr/>
        </p:nvSpPr>
        <p:spPr>
          <a:xfrm>
            <a:off x="7444047" y="5442454"/>
            <a:ext cx="4437617" cy="507241"/>
          </a:xfrm>
          <a:prstGeom prst="rect">
            <a:avLst/>
          </a:prstGeom>
          <a:no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Rectangle 32">
            <a:extLst>
              <a:ext uri="{FF2B5EF4-FFF2-40B4-BE49-F238E27FC236}">
                <a16:creationId xmlns:a16="http://schemas.microsoft.com/office/drawing/2014/main" id="{13071F09-5A7B-2975-BB19-85477B0BCA4C}"/>
              </a:ext>
            </a:extLst>
          </p:cNvPr>
          <p:cNvSpPr/>
          <p:nvPr/>
        </p:nvSpPr>
        <p:spPr>
          <a:xfrm>
            <a:off x="7444046" y="3827767"/>
            <a:ext cx="4437617" cy="507241"/>
          </a:xfrm>
          <a:prstGeom prst="rect">
            <a:avLst/>
          </a:prstGeom>
          <a:no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Rectangle 33">
            <a:extLst>
              <a:ext uri="{FF2B5EF4-FFF2-40B4-BE49-F238E27FC236}">
                <a16:creationId xmlns:a16="http://schemas.microsoft.com/office/drawing/2014/main" id="{F3F48749-0C58-199B-D607-D540EC3A61D4}"/>
              </a:ext>
            </a:extLst>
          </p:cNvPr>
          <p:cNvSpPr/>
          <p:nvPr/>
        </p:nvSpPr>
        <p:spPr>
          <a:xfrm>
            <a:off x="7429962" y="4967766"/>
            <a:ext cx="4437617" cy="383565"/>
          </a:xfrm>
          <a:prstGeom prst="rect">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Rectangle 34">
            <a:extLst>
              <a:ext uri="{FF2B5EF4-FFF2-40B4-BE49-F238E27FC236}">
                <a16:creationId xmlns:a16="http://schemas.microsoft.com/office/drawing/2014/main" id="{E1F10427-6175-50E2-96DC-FB3005ACC345}"/>
              </a:ext>
            </a:extLst>
          </p:cNvPr>
          <p:cNvSpPr/>
          <p:nvPr/>
        </p:nvSpPr>
        <p:spPr>
          <a:xfrm>
            <a:off x="7483301" y="7770719"/>
            <a:ext cx="4437617" cy="1008156"/>
          </a:xfrm>
          <a:prstGeom prst="rect">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956175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04261A0-6507-ED21-3164-CBF34230DAE1}"/>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17370B83-EC65-2231-816A-D099F2145D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1333CC60-1666-2BFC-6B70-40927BF4C8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33091610-586C-3142-C687-9AE2DA75E5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213E87AD-8E13-3978-0890-60AD12B01D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7F0E1637-8973-36BF-A549-19A1BD6C33E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9D43C63C-044F-2AAE-A627-82BCD590D049}"/>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AA7DCAAF-3398-D450-9716-F696A64C221F}"/>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FC98406C-8B65-96AF-4BA6-48F889FFB05E}"/>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9B5605FC-3487-D6FE-3A5E-DE23F6464CF8}"/>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112FE525-BC94-B9BF-0CDF-2320ACEF4738}"/>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4602EF5F-0D8A-CE00-F674-548A80D97629}"/>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06  Modelos disponibles en Copilot</a:t>
            </a:r>
          </a:p>
          <a:p>
            <a:endParaRPr lang="es-ES" dirty="0"/>
          </a:p>
        </p:txBody>
      </p:sp>
      <p:pic>
        <p:nvPicPr>
          <p:cNvPr id="3" name="Picture 2">
            <a:extLst>
              <a:ext uri="{FF2B5EF4-FFF2-40B4-BE49-F238E27FC236}">
                <a16:creationId xmlns:a16="http://schemas.microsoft.com/office/drawing/2014/main" id="{8FAEA9A8-4CA2-1A3B-34C3-5BAEDA9FACAD}"/>
              </a:ext>
            </a:extLst>
          </p:cNvPr>
          <p:cNvPicPr>
            <a:picLocks noChangeAspect="1"/>
          </p:cNvPicPr>
          <p:nvPr/>
        </p:nvPicPr>
        <p:blipFill>
          <a:blip r:embed="rId8"/>
          <a:stretch>
            <a:fillRect/>
          </a:stretch>
        </p:blipFill>
        <p:spPr>
          <a:xfrm>
            <a:off x="649143" y="3030947"/>
            <a:ext cx="4455051" cy="5734223"/>
          </a:xfrm>
          <a:prstGeom prst="rect">
            <a:avLst/>
          </a:prstGeom>
        </p:spPr>
      </p:pic>
      <p:sp>
        <p:nvSpPr>
          <p:cNvPr id="2" name="Rectangle 1">
            <a:extLst>
              <a:ext uri="{FF2B5EF4-FFF2-40B4-BE49-F238E27FC236}">
                <a16:creationId xmlns:a16="http://schemas.microsoft.com/office/drawing/2014/main" id="{F60A94E7-BC67-5C6A-3744-ABBB102E86CF}"/>
              </a:ext>
            </a:extLst>
          </p:cNvPr>
          <p:cNvSpPr/>
          <p:nvPr/>
        </p:nvSpPr>
        <p:spPr>
          <a:xfrm>
            <a:off x="3803650" y="2454275"/>
            <a:ext cx="1676400" cy="67818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TextBox 4">
            <a:extLst>
              <a:ext uri="{FF2B5EF4-FFF2-40B4-BE49-F238E27FC236}">
                <a16:creationId xmlns:a16="http://schemas.microsoft.com/office/drawing/2014/main" id="{4F1AAA74-FDBB-9D42-DF43-605CF26338D6}"/>
              </a:ext>
            </a:extLst>
          </p:cNvPr>
          <p:cNvSpPr txBox="1"/>
          <p:nvPr/>
        </p:nvSpPr>
        <p:spPr>
          <a:xfrm>
            <a:off x="6242050" y="3030947"/>
            <a:ext cx="12039600" cy="6001643"/>
          </a:xfrm>
          <a:prstGeom prst="rect">
            <a:avLst/>
          </a:prstGeom>
          <a:noFill/>
        </p:spPr>
        <p:txBody>
          <a:bodyPr wrap="square" rtlCol="0">
            <a:spAutoFit/>
          </a:bodyPr>
          <a:lstStyle/>
          <a:p>
            <a:r>
              <a:rPr lang="es-ES" sz="3200" b="1" dirty="0"/>
              <a:t>Github Copilot Empresarial (Corporate)</a:t>
            </a:r>
          </a:p>
          <a:p>
            <a:endParaRPr lang="es-ES" sz="3200" b="1" dirty="0"/>
          </a:p>
          <a:p>
            <a:r>
              <a:rPr lang="es-ES" sz="3200" b="1" dirty="0"/>
              <a:t>Suscripción a modelos LLM para usar en el IDE</a:t>
            </a:r>
          </a:p>
          <a:p>
            <a:endParaRPr lang="es-ES" sz="3200" b="1" dirty="0"/>
          </a:p>
          <a:p>
            <a:r>
              <a:rPr lang="es-ES" sz="3200" b="1" dirty="0"/>
              <a:t>Tarificación según lo siguiente</a:t>
            </a:r>
          </a:p>
          <a:p>
            <a:endParaRPr lang="es-ES" sz="3200" b="1" dirty="0"/>
          </a:p>
          <a:p>
            <a:pPr marL="285750" indent="-285750">
              <a:buFont typeface="Arial" panose="020B0604020202020204" pitchFamily="34" charset="0"/>
              <a:buChar char="•"/>
            </a:pPr>
            <a:r>
              <a:rPr lang="es-ES" sz="3200" b="1" dirty="0"/>
              <a:t>Modelos 0x – Uso ilimitado (incluido en nuestra suscripción)</a:t>
            </a:r>
          </a:p>
          <a:p>
            <a:pPr marL="285750" indent="-285750">
              <a:buFont typeface="Arial" panose="020B0604020202020204" pitchFamily="34" charset="0"/>
              <a:buChar char="•"/>
            </a:pPr>
            <a:r>
              <a:rPr lang="es-ES" sz="3200" b="1" dirty="0"/>
              <a:t>Modelos 1x en adelante – Uso con coste extra </a:t>
            </a:r>
          </a:p>
          <a:p>
            <a:pPr marL="285750" indent="-285750">
              <a:buFont typeface="Arial" panose="020B0604020202020204" pitchFamily="34" charset="0"/>
              <a:buChar char="•"/>
            </a:pPr>
            <a:endParaRPr lang="es-ES" sz="3200" b="1" dirty="0"/>
          </a:p>
          <a:p>
            <a:r>
              <a:rPr lang="es-ES" sz="3200" b="1" dirty="0"/>
              <a:t>Existen límites de consumo gestionados por dirección para evitar un consumo masivo de tokens en caso accidental.</a:t>
            </a:r>
          </a:p>
        </p:txBody>
      </p:sp>
    </p:spTree>
    <p:extLst>
      <p:ext uri="{BB962C8B-B14F-4D97-AF65-F5344CB8AC3E}">
        <p14:creationId xmlns:p14="http://schemas.microsoft.com/office/powerpoint/2010/main" val="9567560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948FE74-C185-56EC-8DE9-9AB936E443FB}"/>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41F2DD95-ACB0-5308-2F87-1C54D22C49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3C88FD08-C576-6D1B-E4C1-28BB10A34D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39EB3089-5CB5-0BDA-CE0F-ADDD5B41A8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DC754C41-6270-8353-ADFF-FC21D878B6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D5F9628B-08F2-BF93-EF7C-C12FDF742F4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5B7FD91B-20AD-A771-323D-05C8E8178040}"/>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C7C57EBE-60CF-5666-DE6C-4EA1CDD6C253}"/>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E7342C1F-14B1-90BD-F970-BB85ADCC3B56}"/>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AB3D7B59-98F7-6E8A-FC96-4B0ECCACA477}"/>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23E76BE9-6827-7F5D-DCE0-E615DAE35018}"/>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4486F15E-597B-B964-80F1-1219A608057F}"/>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07  Glosario</a:t>
            </a:r>
          </a:p>
          <a:p>
            <a:endParaRPr lang="es-ES" dirty="0"/>
          </a:p>
        </p:txBody>
      </p:sp>
      <p:graphicFrame>
        <p:nvGraphicFramePr>
          <p:cNvPr id="2" name="Table 1">
            <a:extLst>
              <a:ext uri="{FF2B5EF4-FFF2-40B4-BE49-F238E27FC236}">
                <a16:creationId xmlns:a16="http://schemas.microsoft.com/office/drawing/2014/main" id="{8951FE5A-7268-2DDE-0FEA-C14178B06503}"/>
              </a:ext>
            </a:extLst>
          </p:cNvPr>
          <p:cNvGraphicFramePr>
            <a:graphicFrameLocks noGrp="1"/>
          </p:cNvGraphicFramePr>
          <p:nvPr>
            <p:extLst>
              <p:ext uri="{D42A27DB-BD31-4B8C-83A1-F6EECF244321}">
                <p14:modId xmlns:p14="http://schemas.microsoft.com/office/powerpoint/2010/main" val="3576564446"/>
              </p:ext>
            </p:extLst>
          </p:nvPr>
        </p:nvGraphicFramePr>
        <p:xfrm>
          <a:off x="3350683" y="1692275"/>
          <a:ext cx="13402734" cy="8214360"/>
        </p:xfrm>
        <a:graphic>
          <a:graphicData uri="http://schemas.openxmlformats.org/drawingml/2006/table">
            <a:tbl>
              <a:tblPr firstRow="1" bandRow="1">
                <a:tableStyleId>{5C22544A-7EE6-4342-B048-85BDC9FD1C3A}</a:tableStyleId>
              </a:tblPr>
              <a:tblGrid>
                <a:gridCol w="6701367">
                  <a:extLst>
                    <a:ext uri="{9D8B030D-6E8A-4147-A177-3AD203B41FA5}">
                      <a16:colId xmlns:a16="http://schemas.microsoft.com/office/drawing/2014/main" val="552420294"/>
                    </a:ext>
                  </a:extLst>
                </a:gridCol>
                <a:gridCol w="6701367">
                  <a:extLst>
                    <a:ext uri="{9D8B030D-6E8A-4147-A177-3AD203B41FA5}">
                      <a16:colId xmlns:a16="http://schemas.microsoft.com/office/drawing/2014/main" val="3038736006"/>
                    </a:ext>
                  </a:extLst>
                </a:gridCol>
              </a:tblGrid>
              <a:tr h="1003300">
                <a:tc>
                  <a:txBody>
                    <a:bodyPr/>
                    <a:lstStyle/>
                    <a:p>
                      <a:pPr algn="ctr"/>
                      <a:r>
                        <a:rPr lang="es-ES" sz="3600" dirty="0">
                          <a:latin typeface="Arial" panose="020B0604020202020204" pitchFamily="34" charset="0"/>
                          <a:cs typeface="Arial" panose="020B0604020202020204" pitchFamily="34" charset="0"/>
                        </a:rPr>
                        <a:t>TÉRMINO</a:t>
                      </a:r>
                    </a:p>
                  </a:txBody>
                  <a:tcPr anchor="ctr"/>
                </a:tc>
                <a:tc>
                  <a:txBody>
                    <a:bodyPr/>
                    <a:lstStyle/>
                    <a:p>
                      <a:pPr algn="ctr"/>
                      <a:r>
                        <a:rPr lang="es-ES" sz="3600" dirty="0">
                          <a:latin typeface="Arial" panose="020B0604020202020204" pitchFamily="34" charset="0"/>
                          <a:cs typeface="Arial" panose="020B0604020202020204" pitchFamily="34" charset="0"/>
                        </a:rPr>
                        <a:t>DEFINICIÓN</a:t>
                      </a:r>
                    </a:p>
                  </a:txBody>
                  <a:tcPr anchor="ctr"/>
                </a:tc>
                <a:extLst>
                  <a:ext uri="{0D108BD9-81ED-4DB2-BD59-A6C34878D82A}">
                    <a16:rowId xmlns:a16="http://schemas.microsoft.com/office/drawing/2014/main" val="892319974"/>
                  </a:ext>
                </a:extLst>
              </a:tr>
              <a:tr h="1003300">
                <a:tc>
                  <a:txBody>
                    <a:bodyPr/>
                    <a:lstStyle/>
                    <a:p>
                      <a:pPr algn="ctr"/>
                      <a:r>
                        <a:rPr lang="es-ES" sz="4800" b="1" dirty="0"/>
                        <a:t>LLM</a:t>
                      </a:r>
                      <a:endParaRPr lang="es-ES" b="1" dirty="0"/>
                    </a:p>
                  </a:txBody>
                  <a:tcPr anchor="ctr"/>
                </a:tc>
                <a:tc>
                  <a:txBody>
                    <a:bodyPr/>
                    <a:lstStyle/>
                    <a:p>
                      <a:pPr algn="just"/>
                      <a:r>
                        <a:rPr lang="es-ES" sz="2400" dirty="0" err="1"/>
                        <a:t>Large</a:t>
                      </a:r>
                      <a:r>
                        <a:rPr lang="es-ES" sz="2400" dirty="0"/>
                        <a:t> </a:t>
                      </a:r>
                      <a:r>
                        <a:rPr lang="es-ES" sz="2400" dirty="0" err="1"/>
                        <a:t>Language</a:t>
                      </a:r>
                      <a:r>
                        <a:rPr lang="es-ES" sz="2400" dirty="0"/>
                        <a:t> </a:t>
                      </a:r>
                      <a:r>
                        <a:rPr lang="es-ES" sz="2400" dirty="0" err="1"/>
                        <a:t>Model</a:t>
                      </a:r>
                      <a:r>
                        <a:rPr lang="es-ES" sz="2400" dirty="0"/>
                        <a:t> – Modelo de IA entrenado con muchos datos que tiene la super capacidad de predecir la siguiente palabra.</a:t>
                      </a:r>
                    </a:p>
                  </a:txBody>
                  <a:tcPr anchor="ctr"/>
                </a:tc>
                <a:extLst>
                  <a:ext uri="{0D108BD9-81ED-4DB2-BD59-A6C34878D82A}">
                    <a16:rowId xmlns:a16="http://schemas.microsoft.com/office/drawing/2014/main" val="1246652848"/>
                  </a:ext>
                </a:extLst>
              </a:tr>
              <a:tr h="1003300">
                <a:tc>
                  <a:txBody>
                    <a:bodyPr/>
                    <a:lstStyle/>
                    <a:p>
                      <a:pPr algn="ctr"/>
                      <a:r>
                        <a:rPr lang="es-ES" sz="4800" b="1" dirty="0">
                          <a:solidFill>
                            <a:schemeClr val="dk1"/>
                          </a:solidFill>
                          <a:latin typeface="+mn-lt"/>
                          <a:ea typeface="+mn-ea"/>
                          <a:cs typeface="+mn-cs"/>
                        </a:rPr>
                        <a:t>TOKEN</a:t>
                      </a:r>
                    </a:p>
                  </a:txBody>
                  <a:tcPr anchor="ctr"/>
                </a:tc>
                <a:tc>
                  <a:txBody>
                    <a:bodyPr/>
                    <a:lstStyle/>
                    <a:p>
                      <a:pPr algn="just"/>
                      <a:r>
                        <a:rPr lang="es-ES" sz="2800" dirty="0"/>
                        <a:t>Unidad mínima de texto que entiende el LLM – Sirve también para medir consumo y coste.</a:t>
                      </a:r>
                    </a:p>
                  </a:txBody>
                  <a:tcPr anchor="ctr"/>
                </a:tc>
                <a:extLst>
                  <a:ext uri="{0D108BD9-81ED-4DB2-BD59-A6C34878D82A}">
                    <a16:rowId xmlns:a16="http://schemas.microsoft.com/office/drawing/2014/main" val="3562813790"/>
                  </a:ext>
                </a:extLst>
              </a:tr>
              <a:tr h="1003300">
                <a:tc>
                  <a:txBody>
                    <a:bodyPr/>
                    <a:lstStyle/>
                    <a:p>
                      <a:pPr algn="ctr"/>
                      <a:r>
                        <a:rPr lang="es-ES" sz="4800" b="1" dirty="0">
                          <a:solidFill>
                            <a:schemeClr val="dk1"/>
                          </a:solidFill>
                          <a:latin typeface="+mn-lt"/>
                          <a:ea typeface="+mn-ea"/>
                          <a:cs typeface="+mn-cs"/>
                        </a:rPr>
                        <a:t>CONTEXT WINDOW</a:t>
                      </a:r>
                    </a:p>
                  </a:txBody>
                  <a:tcPr anchor="ctr"/>
                </a:tc>
                <a:tc>
                  <a:txBody>
                    <a:bodyPr/>
                    <a:lstStyle/>
                    <a:p>
                      <a:pPr algn="just"/>
                      <a:r>
                        <a:rPr lang="es-ES" sz="2800" dirty="0"/>
                        <a:t>La memoria a ‘corto plazo’ de la que dispone un LLM durante una sesión.</a:t>
                      </a:r>
                    </a:p>
                  </a:txBody>
                  <a:tcPr anchor="ctr"/>
                </a:tc>
                <a:extLst>
                  <a:ext uri="{0D108BD9-81ED-4DB2-BD59-A6C34878D82A}">
                    <a16:rowId xmlns:a16="http://schemas.microsoft.com/office/drawing/2014/main" val="3715994061"/>
                  </a:ext>
                </a:extLst>
              </a:tr>
              <a:tr h="1003300">
                <a:tc>
                  <a:txBody>
                    <a:bodyPr/>
                    <a:lstStyle/>
                    <a:p>
                      <a:pPr algn="ctr"/>
                      <a:r>
                        <a:rPr lang="es-ES" sz="4800" b="1" dirty="0">
                          <a:solidFill>
                            <a:schemeClr val="dk1"/>
                          </a:solidFill>
                          <a:latin typeface="+mn-lt"/>
                          <a:ea typeface="+mn-ea"/>
                          <a:cs typeface="+mn-cs"/>
                        </a:rPr>
                        <a:t>PROMPT</a:t>
                      </a:r>
                    </a:p>
                  </a:txBody>
                  <a:tcPr anchor="ctr"/>
                </a:tc>
                <a:tc>
                  <a:txBody>
                    <a:bodyPr/>
                    <a:lstStyle/>
                    <a:p>
                      <a:pPr algn="just"/>
                      <a:r>
                        <a:rPr lang="es-ES" sz="2800" dirty="0"/>
                        <a:t>Es el punto de entrada, el input, la acción o deseo que queremos darle al LLM</a:t>
                      </a:r>
                    </a:p>
                  </a:txBody>
                  <a:tcPr anchor="ctr"/>
                </a:tc>
                <a:extLst>
                  <a:ext uri="{0D108BD9-81ED-4DB2-BD59-A6C34878D82A}">
                    <a16:rowId xmlns:a16="http://schemas.microsoft.com/office/drawing/2014/main" val="1823731406"/>
                  </a:ext>
                </a:extLst>
              </a:tr>
              <a:tr h="1003300">
                <a:tc>
                  <a:txBody>
                    <a:bodyPr/>
                    <a:lstStyle/>
                    <a:p>
                      <a:pPr algn="ctr"/>
                      <a:r>
                        <a:rPr lang="es-ES" sz="4800" b="1" dirty="0">
                          <a:solidFill>
                            <a:schemeClr val="dk1"/>
                          </a:solidFill>
                          <a:latin typeface="+mn-lt"/>
                          <a:ea typeface="+mn-ea"/>
                          <a:cs typeface="+mn-cs"/>
                        </a:rPr>
                        <a:t>SYSTEM PROMPT</a:t>
                      </a:r>
                    </a:p>
                  </a:txBody>
                  <a:tcPr anchor="ctr"/>
                </a:tc>
                <a:tc>
                  <a:txBody>
                    <a:bodyPr/>
                    <a:lstStyle/>
                    <a:p>
                      <a:pPr algn="just"/>
                      <a:r>
                        <a:rPr lang="es-ES" sz="2000" dirty="0"/>
                        <a:t>Son las instrucciones ‘ocultas’ del modelo – perfilan su personalidad, estilo, comportamiento y tienen máxima jerarquía dentro del contexto.</a:t>
                      </a:r>
                    </a:p>
                  </a:txBody>
                  <a:tcPr anchor="ctr"/>
                </a:tc>
                <a:extLst>
                  <a:ext uri="{0D108BD9-81ED-4DB2-BD59-A6C34878D82A}">
                    <a16:rowId xmlns:a16="http://schemas.microsoft.com/office/drawing/2014/main" val="2967190638"/>
                  </a:ext>
                </a:extLst>
              </a:tr>
              <a:tr h="1003300">
                <a:tc>
                  <a:txBody>
                    <a:bodyPr/>
                    <a:lstStyle/>
                    <a:p>
                      <a:pPr algn="ctr"/>
                      <a:r>
                        <a:rPr lang="es-ES" sz="4800" b="1" dirty="0">
                          <a:solidFill>
                            <a:schemeClr val="dk1"/>
                          </a:solidFill>
                          <a:latin typeface="+mn-lt"/>
                          <a:ea typeface="+mn-ea"/>
                          <a:cs typeface="+mn-cs"/>
                        </a:rPr>
                        <a:t>ALUCINACIÓN</a:t>
                      </a:r>
                    </a:p>
                  </a:txBody>
                  <a:tcPr anchor="ctr"/>
                </a:tc>
                <a:tc>
                  <a:txBody>
                    <a:bodyPr/>
                    <a:lstStyle/>
                    <a:p>
                      <a:pPr algn="just"/>
                      <a:r>
                        <a:rPr lang="es-ES" sz="2400" dirty="0"/>
                        <a:t>Cuando el modelo devuelve algo que no tiene sentido para el usuario o que no es coherente.</a:t>
                      </a:r>
                    </a:p>
                  </a:txBody>
                  <a:tcPr anchor="ctr"/>
                </a:tc>
                <a:extLst>
                  <a:ext uri="{0D108BD9-81ED-4DB2-BD59-A6C34878D82A}">
                    <a16:rowId xmlns:a16="http://schemas.microsoft.com/office/drawing/2014/main" val="570510148"/>
                  </a:ext>
                </a:extLst>
              </a:tr>
              <a:tr h="1003300">
                <a:tc>
                  <a:txBody>
                    <a:bodyPr/>
                    <a:lstStyle/>
                    <a:p>
                      <a:pPr algn="ctr"/>
                      <a:r>
                        <a:rPr lang="es-ES" sz="4800" b="1" dirty="0">
                          <a:solidFill>
                            <a:schemeClr val="dk1"/>
                          </a:solidFill>
                          <a:latin typeface="+mn-lt"/>
                          <a:ea typeface="+mn-ea"/>
                          <a:cs typeface="+mn-cs"/>
                        </a:rPr>
                        <a:t>TOOLS</a:t>
                      </a:r>
                    </a:p>
                  </a:txBody>
                  <a:tcPr anchor="ctr"/>
                </a:tc>
                <a:tc>
                  <a:txBody>
                    <a:bodyPr/>
                    <a:lstStyle/>
                    <a:p>
                      <a:r>
                        <a:rPr lang="es-ES" sz="2400" dirty="0"/>
                        <a:t>Herramientas a disposición del LLM que le permite realizar operaciones que por si solo no podría.</a:t>
                      </a:r>
                    </a:p>
                  </a:txBody>
                  <a:tcPr/>
                </a:tc>
                <a:extLst>
                  <a:ext uri="{0D108BD9-81ED-4DB2-BD59-A6C34878D82A}">
                    <a16:rowId xmlns:a16="http://schemas.microsoft.com/office/drawing/2014/main" val="24173523"/>
                  </a:ext>
                </a:extLst>
              </a:tr>
            </a:tbl>
          </a:graphicData>
        </a:graphic>
      </p:graphicFrame>
    </p:spTree>
    <p:extLst>
      <p:ext uri="{BB962C8B-B14F-4D97-AF65-F5344CB8AC3E}">
        <p14:creationId xmlns:p14="http://schemas.microsoft.com/office/powerpoint/2010/main" val="38047543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CA9E8EC-38EE-A0F0-C7CE-2A3E6CD22CDF}"/>
            </a:ext>
          </a:extLst>
        </p:cNvPr>
        <p:cNvGrpSpPr/>
        <p:nvPr/>
      </p:nvGrpSpPr>
      <p:grpSpPr>
        <a:xfrm>
          <a:off x="0" y="0"/>
          <a:ext cx="0" cy="0"/>
          <a:chOff x="0" y="0"/>
          <a:chExt cx="0" cy="0"/>
        </a:xfrm>
      </p:grpSpPr>
      <p:pic>
        <p:nvPicPr>
          <p:cNvPr id="9220" name="object 31">
            <a:extLst>
              <a:ext uri="{FF2B5EF4-FFF2-40B4-BE49-F238E27FC236}">
                <a16:creationId xmlns:a16="http://schemas.microsoft.com/office/drawing/2014/main" id="{414811E6-FCA3-B1D6-92E0-1F2C782450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10702925"/>
            <a:ext cx="14605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object 32">
            <a:extLst>
              <a:ext uri="{FF2B5EF4-FFF2-40B4-BE49-F238E27FC236}">
                <a16:creationId xmlns:a16="http://schemas.microsoft.com/office/drawing/2014/main" id="{AFD749CD-0C42-21D6-2ED1-131F9173E4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10702925"/>
            <a:ext cx="103187"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ject 33">
            <a:extLst>
              <a:ext uri="{FF2B5EF4-FFF2-40B4-BE49-F238E27FC236}">
                <a16:creationId xmlns:a16="http://schemas.microsoft.com/office/drawing/2014/main" id="{9A9A76B3-A62A-F22A-314A-B93E323982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0702925"/>
            <a:ext cx="117475" cy="14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object 34">
            <a:extLst>
              <a:ext uri="{FF2B5EF4-FFF2-40B4-BE49-F238E27FC236}">
                <a16:creationId xmlns:a16="http://schemas.microsoft.com/office/drawing/2014/main" id="{484E4CEB-E7DC-D703-5972-08301D36F26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50" y="10487025"/>
            <a:ext cx="131763"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object 35">
            <a:extLst>
              <a:ext uri="{FF2B5EF4-FFF2-40B4-BE49-F238E27FC236}">
                <a16:creationId xmlns:a16="http://schemas.microsoft.com/office/drawing/2014/main" id="{5063C405-29B5-ED9F-738C-272DD8D7138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75" y="10483850"/>
            <a:ext cx="15716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object 36">
            <a:extLst>
              <a:ext uri="{FF2B5EF4-FFF2-40B4-BE49-F238E27FC236}">
                <a16:creationId xmlns:a16="http://schemas.microsoft.com/office/drawing/2014/main" id="{9789272C-E1EF-08BA-9BCA-DB66ACB0B171}"/>
              </a:ext>
            </a:extLst>
          </p:cNvPr>
          <p:cNvSpPr>
            <a:spLocks/>
          </p:cNvSpPr>
          <p:nvPr/>
        </p:nvSpPr>
        <p:spPr bwMode="auto">
          <a:xfrm>
            <a:off x="942975" y="10558463"/>
            <a:ext cx="534988" cy="25400"/>
          </a:xfrm>
          <a:custGeom>
            <a:avLst/>
            <a:gdLst>
              <a:gd name="T0" fmla="*/ 534235 w 534669"/>
              <a:gd name="T1" fmla="*/ 0 h 25400"/>
              <a:gd name="T2" fmla="*/ 0 w 534669"/>
              <a:gd name="T3" fmla="*/ 0 h 25400"/>
              <a:gd name="T4" fmla="*/ 0 w 534669"/>
              <a:gd name="T5" fmla="*/ 25308 h 25400"/>
              <a:gd name="T6" fmla="*/ 534235 w 534669"/>
              <a:gd name="T7" fmla="*/ 25308 h 25400"/>
              <a:gd name="T8" fmla="*/ 534235 w 534669"/>
              <a:gd name="T9" fmla="*/ 0 h 25400"/>
            </a:gdLst>
            <a:ahLst/>
            <a:cxnLst>
              <a:cxn ang="0">
                <a:pos x="T0" y="T1"/>
              </a:cxn>
              <a:cxn ang="0">
                <a:pos x="T2" y="T3"/>
              </a:cxn>
              <a:cxn ang="0">
                <a:pos x="T4" y="T5"/>
              </a:cxn>
              <a:cxn ang="0">
                <a:pos x="T6" y="T7"/>
              </a:cxn>
              <a:cxn ang="0">
                <a:pos x="T8" y="T9"/>
              </a:cxn>
            </a:cxnLst>
            <a:rect l="0" t="0" r="r" b="b"/>
            <a:pathLst>
              <a:path w="534669" h="25400">
                <a:moveTo>
                  <a:pt x="534235" y="0"/>
                </a:moveTo>
                <a:lnTo>
                  <a:pt x="0" y="0"/>
                </a:lnTo>
                <a:lnTo>
                  <a:pt x="0" y="25308"/>
                </a:lnTo>
                <a:lnTo>
                  <a:pt x="534235" y="25308"/>
                </a:lnTo>
                <a:lnTo>
                  <a:pt x="534235"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6" name="object 37">
            <a:extLst>
              <a:ext uri="{FF2B5EF4-FFF2-40B4-BE49-F238E27FC236}">
                <a16:creationId xmlns:a16="http://schemas.microsoft.com/office/drawing/2014/main" id="{354C43D4-F197-D2C8-313D-6EC1B0114FA8}"/>
              </a:ext>
            </a:extLst>
          </p:cNvPr>
          <p:cNvSpPr>
            <a:spLocks/>
          </p:cNvSpPr>
          <p:nvPr/>
        </p:nvSpPr>
        <p:spPr bwMode="auto">
          <a:xfrm>
            <a:off x="463550" y="10764838"/>
            <a:ext cx="368300" cy="25400"/>
          </a:xfrm>
          <a:custGeom>
            <a:avLst/>
            <a:gdLst>
              <a:gd name="T0" fmla="*/ 369224 w 369569"/>
              <a:gd name="T1" fmla="*/ 0 h 25400"/>
              <a:gd name="T2" fmla="*/ 0 w 369569"/>
              <a:gd name="T3" fmla="*/ 0 h 25400"/>
              <a:gd name="T4" fmla="*/ 0 w 369569"/>
              <a:gd name="T5" fmla="*/ 25308 h 25400"/>
              <a:gd name="T6" fmla="*/ 369224 w 369569"/>
              <a:gd name="T7" fmla="*/ 25308 h 25400"/>
              <a:gd name="T8" fmla="*/ 369224 w 369569"/>
              <a:gd name="T9" fmla="*/ 0 h 25400"/>
            </a:gdLst>
            <a:ahLst/>
            <a:cxnLst>
              <a:cxn ang="0">
                <a:pos x="T0" y="T1"/>
              </a:cxn>
              <a:cxn ang="0">
                <a:pos x="T2" y="T3"/>
              </a:cxn>
              <a:cxn ang="0">
                <a:pos x="T4" y="T5"/>
              </a:cxn>
              <a:cxn ang="0">
                <a:pos x="T6" y="T7"/>
              </a:cxn>
              <a:cxn ang="0">
                <a:pos x="T8" y="T9"/>
              </a:cxn>
            </a:cxnLst>
            <a:rect l="0" t="0" r="r" b="b"/>
            <a:pathLst>
              <a:path w="369569" h="25400">
                <a:moveTo>
                  <a:pt x="369224" y="0"/>
                </a:moveTo>
                <a:lnTo>
                  <a:pt x="0" y="0"/>
                </a:lnTo>
                <a:lnTo>
                  <a:pt x="0" y="25308"/>
                </a:lnTo>
                <a:lnTo>
                  <a:pt x="369224" y="25308"/>
                </a:lnTo>
                <a:lnTo>
                  <a:pt x="369224" y="0"/>
                </a:lnTo>
                <a:close/>
              </a:path>
            </a:pathLst>
          </a:custGeom>
          <a:solidFill>
            <a:srgbClr val="4FAB7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9227" name="object 41">
            <a:extLst>
              <a:ext uri="{FF2B5EF4-FFF2-40B4-BE49-F238E27FC236}">
                <a16:creationId xmlns:a16="http://schemas.microsoft.com/office/drawing/2014/main" id="{5FF7E128-714B-4927-4BAC-F93E2C03550F}"/>
              </a:ext>
            </a:extLst>
          </p:cNvPr>
          <p:cNvSpPr>
            <a:spLocks/>
          </p:cNvSpPr>
          <p:nvPr/>
        </p:nvSpPr>
        <p:spPr bwMode="auto">
          <a:xfrm>
            <a:off x="1746250" y="10491788"/>
            <a:ext cx="0" cy="354012"/>
          </a:xfrm>
          <a:custGeom>
            <a:avLst/>
            <a:gdLst>
              <a:gd name="T0" fmla="*/ 0 h 353695"/>
              <a:gd name="T1" fmla="*/ 353392 h 353695"/>
            </a:gdLst>
            <a:ahLst/>
            <a:cxnLst>
              <a:cxn ang="0">
                <a:pos x="0" y="T0"/>
              </a:cxn>
              <a:cxn ang="0">
                <a:pos x="0" y="T1"/>
              </a:cxn>
            </a:cxnLst>
            <a:rect l="0" t="0" r="r" b="b"/>
            <a:pathLst>
              <a:path h="353695">
                <a:moveTo>
                  <a:pt x="0" y="0"/>
                </a:moveTo>
                <a:lnTo>
                  <a:pt x="0" y="353392"/>
                </a:lnTo>
              </a:path>
            </a:pathLst>
          </a:custGeom>
          <a:noFill/>
          <a:ln w="10470">
            <a:solidFill>
              <a:srgbClr val="0F1D3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dirty="0"/>
          </a:p>
        </p:txBody>
      </p:sp>
      <p:sp>
        <p:nvSpPr>
          <p:cNvPr id="32" name="object 14">
            <a:extLst>
              <a:ext uri="{FF2B5EF4-FFF2-40B4-BE49-F238E27FC236}">
                <a16:creationId xmlns:a16="http://schemas.microsoft.com/office/drawing/2014/main" id="{12BA1DC9-061C-572B-87B9-7EF5A4F0DFA5}"/>
              </a:ext>
            </a:extLst>
          </p:cNvPr>
          <p:cNvSpPr>
            <a:spLocks noGrp="1"/>
          </p:cNvSpPr>
          <p:nvPr>
            <p:ph type="ftr" sz="quarter" idx="10"/>
          </p:nvPr>
        </p:nvSpPr>
        <p:spPr>
          <a:xfrm>
            <a:off x="1952625" y="10614025"/>
            <a:ext cx="1085850" cy="280988"/>
          </a:xfrm>
        </p:spPr>
        <p:txBody>
          <a:bodyPr vert="horz" tIns="26670" rtlCol="0"/>
          <a:lstStyle/>
          <a:p>
            <a:pPr>
              <a:defRPr/>
            </a:pPr>
            <a:r>
              <a:rPr>
                <a:latin typeface="Calibri" panose="020F0502020204030204" pitchFamily="34" charset="0"/>
                <a:cs typeface="Calibri" panose="020F0502020204030204" pitchFamily="34" charset="0"/>
              </a:rPr>
              <a:t>IT</a:t>
            </a:r>
            <a:r>
              <a:rPr spc="-15">
                <a:latin typeface="Calibri" panose="020F0502020204030204" pitchFamily="34" charset="0"/>
                <a:cs typeface="Calibri" panose="020F0502020204030204" pitchFamily="34" charset="0"/>
              </a:rPr>
              <a:t> </a:t>
            </a:r>
            <a:r>
              <a:rPr spc="-10">
                <a:latin typeface="Calibri" panose="020F0502020204030204" pitchFamily="34" charset="0"/>
                <a:cs typeface="Calibri" panose="020F0502020204030204" pitchFamily="34" charset="0"/>
              </a:rPr>
              <a:t>Services</a:t>
            </a:r>
            <a:endParaRPr spc="-10" dirty="0">
              <a:latin typeface="Calibri" panose="020F0502020204030204" pitchFamily="34" charset="0"/>
              <a:cs typeface="Calibri" panose="020F0502020204030204" pitchFamily="34" charset="0"/>
            </a:endParaRPr>
          </a:p>
        </p:txBody>
      </p:sp>
      <p:sp>
        <p:nvSpPr>
          <p:cNvPr id="4" name="object 9">
            <a:extLst>
              <a:ext uri="{FF2B5EF4-FFF2-40B4-BE49-F238E27FC236}">
                <a16:creationId xmlns:a16="http://schemas.microsoft.com/office/drawing/2014/main" id="{2DD28F42-1E97-C18C-B7DE-4022625DB437}"/>
              </a:ext>
            </a:extLst>
          </p:cNvPr>
          <p:cNvSpPr txBox="1">
            <a:spLocks noGrp="1"/>
          </p:cNvSpPr>
          <p:nvPr>
            <p:ph type="title"/>
          </p:nvPr>
        </p:nvSpPr>
        <p:spPr>
          <a:xfrm>
            <a:off x="16071850" y="92075"/>
            <a:ext cx="3886200" cy="566181"/>
          </a:xfrm>
        </p:spPr>
        <p:txBody>
          <a:bodyPr tIns="12065" rtlCol="0"/>
          <a:lstStyle/>
          <a:p>
            <a:pPr marL="12700" eaLnBrk="1" fontAlgn="auto" hangingPunct="1">
              <a:spcBef>
                <a:spcPts val="95"/>
              </a:spcBef>
              <a:spcAft>
                <a:spcPts val="0"/>
              </a:spcAft>
              <a:defRPr/>
            </a:pPr>
            <a:r>
              <a:rPr lang="es-ES_tradnl" sz="3600" b="1" spc="-10" noProof="0" dirty="0">
                <a:solidFill>
                  <a:srgbClr val="0E1C34"/>
                </a:solidFill>
                <a:latin typeface="Calibri" panose="020F0502020204030204" pitchFamily="34" charset="0"/>
                <a:cs typeface="Calibri" panose="020F0502020204030204" pitchFamily="34" charset="0"/>
              </a:rPr>
              <a:t>Fundamentos</a:t>
            </a:r>
            <a:r>
              <a:rPr lang="en-CA" sz="3600" b="1" spc="-10" dirty="0">
                <a:solidFill>
                  <a:srgbClr val="0E1C34"/>
                </a:solidFill>
                <a:latin typeface="Calibri" panose="020F0502020204030204" pitchFamily="34" charset="0"/>
                <a:cs typeface="Calibri" panose="020F0502020204030204" pitchFamily="34" charset="0"/>
              </a:rPr>
              <a:t> de IA</a:t>
            </a:r>
            <a:endParaRPr sz="36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426D31D0-F315-02F2-A9FB-72598CDE264B}"/>
              </a:ext>
            </a:extLst>
          </p:cNvPr>
          <p:cNvSpPr txBox="1"/>
          <p:nvPr/>
        </p:nvSpPr>
        <p:spPr>
          <a:xfrm>
            <a:off x="146050" y="107950"/>
            <a:ext cx="9258300" cy="923330"/>
          </a:xfrm>
          <a:prstGeom prst="rect">
            <a:avLst/>
          </a:prstGeom>
          <a:noFill/>
        </p:spPr>
        <p:txBody>
          <a:bodyPr wrap="square" rtlCol="0">
            <a:spAutoFit/>
          </a:bodyPr>
          <a:lstStyle/>
          <a:p>
            <a:r>
              <a:rPr lang="es-ES" sz="3600" b="1" dirty="0">
                <a:solidFill>
                  <a:srgbClr val="0E1C34"/>
                </a:solidFill>
                <a:latin typeface="Calibri"/>
              </a:rPr>
              <a:t>07  Glosario</a:t>
            </a:r>
          </a:p>
          <a:p>
            <a:endParaRPr lang="es-ES" dirty="0"/>
          </a:p>
        </p:txBody>
      </p:sp>
      <p:graphicFrame>
        <p:nvGraphicFramePr>
          <p:cNvPr id="2" name="Table 1">
            <a:extLst>
              <a:ext uri="{FF2B5EF4-FFF2-40B4-BE49-F238E27FC236}">
                <a16:creationId xmlns:a16="http://schemas.microsoft.com/office/drawing/2014/main" id="{601FA6A1-4B07-A399-3AE1-558DED9D54BB}"/>
              </a:ext>
            </a:extLst>
          </p:cNvPr>
          <p:cNvGraphicFramePr>
            <a:graphicFrameLocks noGrp="1"/>
          </p:cNvGraphicFramePr>
          <p:nvPr>
            <p:extLst>
              <p:ext uri="{D42A27DB-BD31-4B8C-83A1-F6EECF244321}">
                <p14:modId xmlns:p14="http://schemas.microsoft.com/office/powerpoint/2010/main" val="1130035601"/>
              </p:ext>
            </p:extLst>
          </p:nvPr>
        </p:nvGraphicFramePr>
        <p:xfrm>
          <a:off x="3350683" y="1692275"/>
          <a:ext cx="13402734" cy="8219440"/>
        </p:xfrm>
        <a:graphic>
          <a:graphicData uri="http://schemas.openxmlformats.org/drawingml/2006/table">
            <a:tbl>
              <a:tblPr firstRow="1" bandRow="1">
                <a:tableStyleId>{5C22544A-7EE6-4342-B048-85BDC9FD1C3A}</a:tableStyleId>
              </a:tblPr>
              <a:tblGrid>
                <a:gridCol w="6701367">
                  <a:extLst>
                    <a:ext uri="{9D8B030D-6E8A-4147-A177-3AD203B41FA5}">
                      <a16:colId xmlns:a16="http://schemas.microsoft.com/office/drawing/2014/main" val="552420294"/>
                    </a:ext>
                  </a:extLst>
                </a:gridCol>
                <a:gridCol w="6701367">
                  <a:extLst>
                    <a:ext uri="{9D8B030D-6E8A-4147-A177-3AD203B41FA5}">
                      <a16:colId xmlns:a16="http://schemas.microsoft.com/office/drawing/2014/main" val="3038736006"/>
                    </a:ext>
                  </a:extLst>
                </a:gridCol>
              </a:tblGrid>
              <a:tr h="1003300">
                <a:tc>
                  <a:txBody>
                    <a:bodyPr/>
                    <a:lstStyle/>
                    <a:p>
                      <a:pPr algn="ctr"/>
                      <a:r>
                        <a:rPr lang="es-ES" sz="3600" dirty="0">
                          <a:latin typeface="Arial" panose="020B0604020202020204" pitchFamily="34" charset="0"/>
                          <a:cs typeface="Arial" panose="020B0604020202020204" pitchFamily="34" charset="0"/>
                        </a:rPr>
                        <a:t>TÉRMINO</a:t>
                      </a:r>
                    </a:p>
                  </a:txBody>
                  <a:tcPr anchor="ctr"/>
                </a:tc>
                <a:tc>
                  <a:txBody>
                    <a:bodyPr/>
                    <a:lstStyle/>
                    <a:p>
                      <a:pPr algn="ctr"/>
                      <a:r>
                        <a:rPr lang="es-ES" sz="3600" dirty="0">
                          <a:latin typeface="Arial" panose="020B0604020202020204" pitchFamily="34" charset="0"/>
                          <a:cs typeface="Arial" panose="020B0604020202020204" pitchFamily="34" charset="0"/>
                        </a:rPr>
                        <a:t>DEFINICIÓN</a:t>
                      </a:r>
                    </a:p>
                  </a:txBody>
                  <a:tcPr anchor="ctr"/>
                </a:tc>
                <a:extLst>
                  <a:ext uri="{0D108BD9-81ED-4DB2-BD59-A6C34878D82A}">
                    <a16:rowId xmlns:a16="http://schemas.microsoft.com/office/drawing/2014/main" val="892319974"/>
                  </a:ext>
                </a:extLst>
              </a:tr>
              <a:tr h="1003300">
                <a:tc>
                  <a:txBody>
                    <a:bodyPr/>
                    <a:lstStyle/>
                    <a:p>
                      <a:pPr algn="ctr" fontAlgn="t">
                        <a:lnSpc>
                          <a:spcPct val="100000"/>
                        </a:lnSpc>
                        <a:buNone/>
                      </a:pPr>
                      <a:r>
                        <a:rPr lang="es-ES" sz="2800" b="1" i="0" dirty="0">
                          <a:effectLst/>
                          <a:latin typeface="Arial" panose="020B0604020202020204" pitchFamily="34" charset="0"/>
                          <a:cs typeface="Arial" panose="020B0604020202020204" pitchFamily="34" charset="0"/>
                        </a:rPr>
                        <a:t>PROMPT ENGINEERING</a:t>
                      </a:r>
                    </a:p>
                  </a:txBody>
                  <a:tcPr anchor="ctr"/>
                </a:tc>
                <a:tc>
                  <a:txBody>
                    <a:bodyPr/>
                    <a:lstStyle/>
                    <a:p>
                      <a:pPr algn="just" fontAlgn="t">
                        <a:lnSpc>
                          <a:spcPct val="100000"/>
                        </a:lnSpc>
                        <a:buNone/>
                      </a:pPr>
                      <a:r>
                        <a:rPr lang="es-ES" b="0" i="0" dirty="0">
                          <a:effectLst/>
                          <a:latin typeface="Arial" panose="020B0604020202020204" pitchFamily="34" charset="0"/>
                          <a:cs typeface="Arial" panose="020B0604020202020204" pitchFamily="34" charset="0"/>
                        </a:rPr>
                        <a:t>La práctica de </a:t>
                      </a:r>
                      <a:r>
                        <a:rPr lang="es-ES" b="1" i="0" dirty="0">
                          <a:effectLst/>
                          <a:latin typeface="Arial" panose="020B0604020202020204" pitchFamily="34" charset="0"/>
                          <a:cs typeface="Arial" panose="020B0604020202020204" pitchFamily="34" charset="0"/>
                        </a:rPr>
                        <a:t>diseñar y optimizar prompts</a:t>
                      </a:r>
                      <a:r>
                        <a:rPr lang="es-ES" b="0" i="0" dirty="0">
                          <a:effectLst/>
                          <a:latin typeface="Arial" panose="020B0604020202020204" pitchFamily="34" charset="0"/>
                          <a:cs typeface="Arial" panose="020B0604020202020204" pitchFamily="34" charset="0"/>
                        </a:rPr>
                        <a:t> para obtener mejores resultados del modelo, reduciendo errores y mejorando la precisión</a:t>
                      </a:r>
                    </a:p>
                  </a:txBody>
                  <a:tcPr anchor="ctr"/>
                </a:tc>
                <a:extLst>
                  <a:ext uri="{0D108BD9-81ED-4DB2-BD59-A6C34878D82A}">
                    <a16:rowId xmlns:a16="http://schemas.microsoft.com/office/drawing/2014/main" val="1246652848"/>
                  </a:ext>
                </a:extLst>
              </a:tr>
              <a:tr h="1003300">
                <a:tc>
                  <a:txBody>
                    <a:bodyPr/>
                    <a:lstStyle/>
                    <a:p>
                      <a:pPr algn="ctr" fontAlgn="t">
                        <a:lnSpc>
                          <a:spcPct val="100000"/>
                        </a:lnSpc>
                        <a:buNone/>
                      </a:pPr>
                      <a:r>
                        <a:rPr lang="es-ES" sz="2800" b="1" i="0" dirty="0">
                          <a:effectLst/>
                          <a:latin typeface="Arial" panose="020B0604020202020204" pitchFamily="34" charset="0"/>
                          <a:cs typeface="Arial" panose="020B0604020202020204" pitchFamily="34" charset="0"/>
                        </a:rPr>
                        <a:t>RAG </a:t>
                      </a:r>
                    </a:p>
                    <a:p>
                      <a:pPr algn="ctr" fontAlgn="t">
                        <a:lnSpc>
                          <a:spcPct val="100000"/>
                        </a:lnSpc>
                        <a:buNone/>
                      </a:pPr>
                      <a:r>
                        <a:rPr lang="es-ES" sz="2800" b="1" i="0" dirty="0">
                          <a:effectLst/>
                          <a:latin typeface="Arial" panose="020B0604020202020204" pitchFamily="34" charset="0"/>
                          <a:cs typeface="Arial" panose="020B0604020202020204" pitchFamily="34" charset="0"/>
                        </a:rPr>
                        <a:t>(Retrieval Augmented Generation)</a:t>
                      </a:r>
                    </a:p>
                  </a:txBody>
                  <a:tcPr anchor="ctr"/>
                </a:tc>
                <a:tc>
                  <a:txBody>
                    <a:bodyPr/>
                    <a:lstStyle/>
                    <a:p>
                      <a:pPr algn="just" fontAlgn="t">
                        <a:lnSpc>
                          <a:spcPct val="100000"/>
                        </a:lnSpc>
                        <a:buNone/>
                      </a:pPr>
                      <a:r>
                        <a:rPr lang="es-ES" b="0" i="0" dirty="0">
                          <a:effectLst/>
                          <a:latin typeface="Arial" panose="020B0604020202020204" pitchFamily="34" charset="0"/>
                          <a:cs typeface="Arial" panose="020B0604020202020204" pitchFamily="34" charset="0"/>
                        </a:rPr>
                        <a:t>Técnica que combina un LLM con </a:t>
                      </a:r>
                      <a:r>
                        <a:rPr lang="es-ES" b="1" i="0" dirty="0">
                          <a:effectLst/>
                          <a:latin typeface="Arial" panose="020B0604020202020204" pitchFamily="34" charset="0"/>
                          <a:cs typeface="Arial" panose="020B0604020202020204" pitchFamily="34" charset="0"/>
                        </a:rPr>
                        <a:t>documentos o datos externos</a:t>
                      </a:r>
                      <a:r>
                        <a:rPr lang="es-ES" b="0" i="0" dirty="0">
                          <a:effectLst/>
                          <a:latin typeface="Arial" panose="020B0604020202020204" pitchFamily="34" charset="0"/>
                          <a:cs typeface="Arial" panose="020B0604020202020204" pitchFamily="34" charset="0"/>
                        </a:rPr>
                        <a:t>, permitiéndole responder basándose en información específica de la empresa y no solo en lo que aprendió al entrenarse.</a:t>
                      </a:r>
                    </a:p>
                  </a:txBody>
                  <a:tcPr anchor="ctr"/>
                </a:tc>
                <a:extLst>
                  <a:ext uri="{0D108BD9-81ED-4DB2-BD59-A6C34878D82A}">
                    <a16:rowId xmlns:a16="http://schemas.microsoft.com/office/drawing/2014/main" val="1583772027"/>
                  </a:ext>
                </a:extLst>
              </a:tr>
              <a:tr h="1003300">
                <a:tc>
                  <a:txBody>
                    <a:bodyPr/>
                    <a:lstStyle/>
                    <a:p>
                      <a:pPr algn="ctr"/>
                      <a:r>
                        <a:rPr lang="es-ES" sz="3600" b="1" i="0" dirty="0">
                          <a:solidFill>
                            <a:schemeClr val="dk1"/>
                          </a:solidFill>
                          <a:effectLst/>
                          <a:latin typeface="Arial" panose="020B0604020202020204" pitchFamily="34" charset="0"/>
                          <a:ea typeface="+mn-ea"/>
                          <a:cs typeface="Arial" panose="020B0604020202020204" pitchFamily="34" charset="0"/>
                        </a:rPr>
                        <a:t>AGENTE</a:t>
                      </a:r>
                    </a:p>
                  </a:txBody>
                  <a:tcPr anchor="ctr"/>
                </a:tc>
                <a:tc>
                  <a:txBody>
                    <a:bodyPr/>
                    <a:lstStyle/>
                    <a:p>
                      <a:pPr fontAlgn="t">
                        <a:lnSpc>
                          <a:spcPct val="100000"/>
                        </a:lnSpc>
                        <a:buNone/>
                      </a:pPr>
                      <a:r>
                        <a:rPr lang="es-ES" b="0" i="0" dirty="0">
                          <a:effectLst/>
                          <a:latin typeface="Arial" panose="020B0604020202020204" pitchFamily="34" charset="0"/>
                          <a:cs typeface="Arial" panose="020B0604020202020204" pitchFamily="34" charset="0"/>
                        </a:rPr>
                        <a:t>Sistema basado en un LLM que puede </a:t>
                      </a:r>
                      <a:r>
                        <a:rPr lang="es-ES" b="1" i="0" dirty="0">
                          <a:effectLst/>
                          <a:latin typeface="Arial" panose="020B0604020202020204" pitchFamily="34" charset="0"/>
                          <a:cs typeface="Arial" panose="020B0604020202020204" pitchFamily="34" charset="0"/>
                        </a:rPr>
                        <a:t>razonar, tomar decisiones y usar herramientas</a:t>
                      </a:r>
                      <a:r>
                        <a:rPr lang="es-ES" b="0" i="0" dirty="0">
                          <a:effectLst/>
                          <a:latin typeface="Arial" panose="020B0604020202020204" pitchFamily="34" charset="0"/>
                          <a:cs typeface="Arial" panose="020B0604020202020204" pitchFamily="34" charset="0"/>
                        </a:rPr>
                        <a:t> para cumplir un objetivo concreto, no solo responder texto.</a:t>
                      </a:r>
                    </a:p>
                  </a:txBody>
                  <a:tcPr/>
                </a:tc>
                <a:extLst>
                  <a:ext uri="{0D108BD9-81ED-4DB2-BD59-A6C34878D82A}">
                    <a16:rowId xmlns:a16="http://schemas.microsoft.com/office/drawing/2014/main" val="3239382330"/>
                  </a:ext>
                </a:extLst>
              </a:tr>
              <a:tr h="1003300">
                <a:tc>
                  <a:txBody>
                    <a:bodyPr/>
                    <a:lstStyle/>
                    <a:p>
                      <a:pPr algn="ctr" fontAlgn="t">
                        <a:lnSpc>
                          <a:spcPct val="100000"/>
                        </a:lnSpc>
                        <a:buNone/>
                      </a:pPr>
                      <a:r>
                        <a:rPr lang="es-ES" sz="3600" b="1" i="0" dirty="0">
                          <a:solidFill>
                            <a:schemeClr val="dk1"/>
                          </a:solidFill>
                          <a:effectLst/>
                          <a:latin typeface="Arial" panose="020B0604020202020204" pitchFamily="34" charset="0"/>
                          <a:ea typeface="+mn-ea"/>
                          <a:cs typeface="Arial" panose="020B0604020202020204" pitchFamily="34" charset="0"/>
                        </a:rPr>
                        <a:t>ZERO-SHOT</a:t>
                      </a:r>
                    </a:p>
                  </a:txBody>
                  <a:tcPr anchor="ctr"/>
                </a:tc>
                <a:tc>
                  <a:txBody>
                    <a:bodyPr/>
                    <a:lstStyle/>
                    <a:p>
                      <a:pPr fontAlgn="t">
                        <a:lnSpc>
                          <a:spcPct val="100000"/>
                        </a:lnSpc>
                        <a:buNone/>
                      </a:pPr>
                      <a:r>
                        <a:rPr lang="es-ES" sz="2000" b="0" i="0" dirty="0">
                          <a:effectLst/>
                          <a:latin typeface="Arial" panose="020B0604020202020204" pitchFamily="34" charset="0"/>
                          <a:cs typeface="Arial" panose="020B0604020202020204" pitchFamily="34" charset="0"/>
                        </a:rPr>
                        <a:t>Capacidad del modelo para </a:t>
                      </a:r>
                      <a:r>
                        <a:rPr lang="es-ES" sz="2000" b="1" i="0" dirty="0">
                          <a:effectLst/>
                          <a:latin typeface="Arial" panose="020B0604020202020204" pitchFamily="34" charset="0"/>
                          <a:cs typeface="Arial" panose="020B0604020202020204" pitchFamily="34" charset="0"/>
                        </a:rPr>
                        <a:t>realizar una tarea sin ejemplos previos</a:t>
                      </a:r>
                      <a:r>
                        <a:rPr lang="es-ES" sz="2000" b="0" i="0" dirty="0">
                          <a:effectLst/>
                          <a:latin typeface="Arial" panose="020B0604020202020204" pitchFamily="34" charset="0"/>
                          <a:cs typeface="Arial" panose="020B0604020202020204" pitchFamily="34" charset="0"/>
                        </a:rPr>
                        <a:t>, solo con la instrucción dada en el prompt.</a:t>
                      </a:r>
                    </a:p>
                  </a:txBody>
                  <a:tcPr/>
                </a:tc>
                <a:extLst>
                  <a:ext uri="{0D108BD9-81ED-4DB2-BD59-A6C34878D82A}">
                    <a16:rowId xmlns:a16="http://schemas.microsoft.com/office/drawing/2014/main" val="1989456660"/>
                  </a:ext>
                </a:extLst>
              </a:tr>
              <a:tr h="1003300">
                <a:tc>
                  <a:txBody>
                    <a:bodyPr/>
                    <a:lstStyle/>
                    <a:p>
                      <a:pPr algn="ctr" fontAlgn="t">
                        <a:lnSpc>
                          <a:spcPct val="100000"/>
                        </a:lnSpc>
                        <a:buNone/>
                      </a:pPr>
                      <a:r>
                        <a:rPr lang="es-ES" sz="3600" b="1" i="0" dirty="0">
                          <a:solidFill>
                            <a:schemeClr val="dk1"/>
                          </a:solidFill>
                          <a:effectLst/>
                          <a:latin typeface="Arial" panose="020B0604020202020204" pitchFamily="34" charset="0"/>
                          <a:ea typeface="+mn-ea"/>
                          <a:cs typeface="Arial" panose="020B0604020202020204" pitchFamily="34" charset="0"/>
                        </a:rPr>
                        <a:t>FEW-SHOT</a:t>
                      </a:r>
                    </a:p>
                  </a:txBody>
                  <a:tcPr anchor="ctr"/>
                </a:tc>
                <a:tc>
                  <a:txBody>
                    <a:bodyPr/>
                    <a:lstStyle/>
                    <a:p>
                      <a:pPr fontAlgn="t">
                        <a:lnSpc>
                          <a:spcPct val="100000"/>
                        </a:lnSpc>
                        <a:buNone/>
                      </a:pPr>
                      <a:r>
                        <a:rPr lang="es-ES" sz="2000" b="0" i="0" dirty="0">
                          <a:effectLst/>
                          <a:latin typeface="Arial" panose="020B0604020202020204" pitchFamily="34" charset="0"/>
                          <a:cs typeface="Arial" panose="020B0604020202020204" pitchFamily="34" charset="0"/>
                        </a:rPr>
                        <a:t>Técnica en la que se incluyen </a:t>
                      </a:r>
                      <a:r>
                        <a:rPr lang="es-ES" sz="2000" b="1" i="0" dirty="0">
                          <a:effectLst/>
                          <a:latin typeface="Arial" panose="020B0604020202020204" pitchFamily="34" charset="0"/>
                          <a:cs typeface="Arial" panose="020B0604020202020204" pitchFamily="34" charset="0"/>
                        </a:rPr>
                        <a:t>uno o varios ejemplos</a:t>
                      </a:r>
                      <a:r>
                        <a:rPr lang="es-ES" sz="2000" b="0" i="0" dirty="0">
                          <a:effectLst/>
                          <a:latin typeface="Arial" panose="020B0604020202020204" pitchFamily="34" charset="0"/>
                          <a:cs typeface="Arial" panose="020B0604020202020204" pitchFamily="34" charset="0"/>
                        </a:rPr>
                        <a:t> dentro del prompt para guiar mejor la respuesta del modelo.</a:t>
                      </a:r>
                    </a:p>
                  </a:txBody>
                  <a:tcPr/>
                </a:tc>
                <a:extLst>
                  <a:ext uri="{0D108BD9-81ED-4DB2-BD59-A6C34878D82A}">
                    <a16:rowId xmlns:a16="http://schemas.microsoft.com/office/drawing/2014/main" val="2150635933"/>
                  </a:ext>
                </a:extLst>
              </a:tr>
              <a:tr h="1003300">
                <a:tc>
                  <a:txBody>
                    <a:bodyPr/>
                    <a:lstStyle/>
                    <a:p>
                      <a:pPr algn="ctr" fontAlgn="t">
                        <a:lnSpc>
                          <a:spcPct val="100000"/>
                        </a:lnSpc>
                        <a:buNone/>
                      </a:pPr>
                      <a:r>
                        <a:rPr lang="es-ES" sz="3600" b="1" i="0" dirty="0">
                          <a:solidFill>
                            <a:schemeClr val="dk1"/>
                          </a:solidFill>
                          <a:effectLst/>
                          <a:latin typeface="Arial" panose="020B0604020202020204" pitchFamily="34" charset="0"/>
                          <a:ea typeface="+mn-ea"/>
                          <a:cs typeface="Arial" panose="020B0604020202020204" pitchFamily="34" charset="0"/>
                        </a:rPr>
                        <a:t>CHAIN OF THOUGHT</a:t>
                      </a:r>
                    </a:p>
                  </a:txBody>
                  <a:tcPr anchor="ctr"/>
                </a:tc>
                <a:tc>
                  <a:txBody>
                    <a:bodyPr/>
                    <a:lstStyle/>
                    <a:p>
                      <a:pPr fontAlgn="t">
                        <a:lnSpc>
                          <a:spcPct val="100000"/>
                        </a:lnSpc>
                        <a:buNone/>
                      </a:pPr>
                      <a:r>
                        <a:rPr lang="es-ES" sz="2000" b="0" i="0" dirty="0">
                          <a:effectLst/>
                          <a:latin typeface="Arial" panose="020B0604020202020204" pitchFamily="34" charset="0"/>
                          <a:cs typeface="Arial" panose="020B0604020202020204" pitchFamily="34" charset="0"/>
                        </a:rPr>
                        <a:t>Forma de razonar del modelo cuando </a:t>
                      </a:r>
                      <a:r>
                        <a:rPr lang="es-ES" sz="2000" b="1" i="0" dirty="0">
                          <a:effectLst/>
                          <a:latin typeface="Arial" panose="020B0604020202020204" pitchFamily="34" charset="0"/>
                          <a:cs typeface="Arial" panose="020B0604020202020204" pitchFamily="34" charset="0"/>
                        </a:rPr>
                        <a:t>descompone un problema en pasos intermedios</a:t>
                      </a:r>
                      <a:r>
                        <a:rPr lang="es-ES" sz="2000" b="0" i="0" dirty="0">
                          <a:effectLst/>
                          <a:latin typeface="Arial" panose="020B0604020202020204" pitchFamily="34" charset="0"/>
                          <a:cs typeface="Arial" panose="020B0604020202020204" pitchFamily="34" charset="0"/>
                        </a:rPr>
                        <a:t> antes de dar la respuesta final.</a:t>
                      </a:r>
                    </a:p>
                  </a:txBody>
                  <a:tcPr/>
                </a:tc>
                <a:extLst>
                  <a:ext uri="{0D108BD9-81ED-4DB2-BD59-A6C34878D82A}">
                    <a16:rowId xmlns:a16="http://schemas.microsoft.com/office/drawing/2014/main" val="1937171250"/>
                  </a:ext>
                </a:extLst>
              </a:tr>
              <a:tr h="1003300">
                <a:tc>
                  <a:txBody>
                    <a:bodyPr/>
                    <a:lstStyle/>
                    <a:p>
                      <a:pPr algn="ctr"/>
                      <a:r>
                        <a:rPr lang="es-ES" sz="4400" b="1" dirty="0"/>
                        <a:t>TOKEN LIMIT</a:t>
                      </a:r>
                    </a:p>
                  </a:txBody>
                  <a:tcPr anchor="ctr"/>
                </a:tc>
                <a:tc>
                  <a:txBody>
                    <a:bodyPr/>
                    <a:lstStyle/>
                    <a:p>
                      <a:r>
                        <a:rPr lang="es-ES" sz="2400" dirty="0"/>
                        <a:t>Número máximo de tokens permitidos por modelo en una petición o sesión.</a:t>
                      </a:r>
                    </a:p>
                  </a:txBody>
                  <a:tcPr/>
                </a:tc>
                <a:extLst>
                  <a:ext uri="{0D108BD9-81ED-4DB2-BD59-A6C34878D82A}">
                    <a16:rowId xmlns:a16="http://schemas.microsoft.com/office/drawing/2014/main" val="4034757107"/>
                  </a:ext>
                </a:extLst>
              </a:tr>
            </a:tbl>
          </a:graphicData>
        </a:graphic>
      </p:graphicFrame>
    </p:spTree>
    <p:extLst>
      <p:ext uri="{BB962C8B-B14F-4D97-AF65-F5344CB8AC3E}">
        <p14:creationId xmlns:p14="http://schemas.microsoft.com/office/powerpoint/2010/main" val="1417785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7054DE6-05CD-2528-BD1E-9429DCCB5086}"/>
              </a:ext>
            </a:extLst>
          </p:cNvPr>
          <p:cNvSpPr txBox="1"/>
          <p:nvPr/>
        </p:nvSpPr>
        <p:spPr>
          <a:xfrm>
            <a:off x="9883775" y="6238875"/>
            <a:ext cx="2095500" cy="534988"/>
          </a:xfrm>
          <a:prstGeom prst="rect">
            <a:avLst/>
          </a:prstGeom>
        </p:spPr>
        <p:txBody>
          <a:bodyPr lIns="0" tIns="11430" rIns="0" bIns="0">
            <a:spAutoFit/>
          </a:bodyPr>
          <a:lstStyle/>
          <a:p>
            <a:pPr marL="12700" eaLnBrk="1" fontAlgn="auto" hangingPunct="1">
              <a:spcBef>
                <a:spcPts val="90"/>
              </a:spcBef>
              <a:spcAft>
                <a:spcPts val="0"/>
              </a:spcAft>
              <a:defRPr/>
            </a:pPr>
            <a:r>
              <a:rPr sz="3350" kern="0" dirty="0">
                <a:solidFill>
                  <a:srgbClr val="0F1D34"/>
                </a:solidFill>
                <a:latin typeface="Open Sans"/>
                <a:cs typeface="Open Sans"/>
              </a:rPr>
              <a:t>IT</a:t>
            </a:r>
            <a:r>
              <a:rPr sz="3350" kern="0" spc="-35" dirty="0">
                <a:solidFill>
                  <a:srgbClr val="0F1D34"/>
                </a:solidFill>
                <a:latin typeface="Open Sans"/>
                <a:cs typeface="Open Sans"/>
              </a:rPr>
              <a:t> </a:t>
            </a:r>
            <a:r>
              <a:rPr sz="3350" kern="0" spc="-10" dirty="0">
                <a:solidFill>
                  <a:srgbClr val="0F1D34"/>
                </a:solidFill>
                <a:latin typeface="Open Sans"/>
                <a:cs typeface="Open Sans"/>
              </a:rPr>
              <a:t>Services</a:t>
            </a:r>
            <a:endParaRPr sz="3350" kern="0" dirty="0">
              <a:solidFill>
                <a:sysClr val="windowText" lastClr="000000"/>
              </a:solidFill>
              <a:latin typeface="Open Sans"/>
              <a:cs typeface="Open Sans"/>
            </a:endParaRPr>
          </a:p>
        </p:txBody>
      </p:sp>
      <p:sp>
        <p:nvSpPr>
          <p:cNvPr id="3" name="object 3">
            <a:extLst>
              <a:ext uri="{FF2B5EF4-FFF2-40B4-BE49-F238E27FC236}">
                <a16:creationId xmlns:a16="http://schemas.microsoft.com/office/drawing/2014/main" id="{9A95081A-2827-7316-4F0C-07F247490AB9}"/>
              </a:ext>
            </a:extLst>
          </p:cNvPr>
          <p:cNvSpPr txBox="1"/>
          <p:nvPr/>
        </p:nvSpPr>
        <p:spPr>
          <a:xfrm>
            <a:off x="8178800" y="10666413"/>
            <a:ext cx="3748088" cy="201612"/>
          </a:xfrm>
          <a:prstGeom prst="rect">
            <a:avLst/>
          </a:prstGeom>
        </p:spPr>
        <p:txBody>
          <a:bodyPr lIns="0" tIns="17145" rIns="0" bIns="0">
            <a:spAutoFit/>
          </a:bodyPr>
          <a:lstStyle/>
          <a:p>
            <a:pPr marL="12700" eaLnBrk="1" fontAlgn="auto" hangingPunct="1">
              <a:spcBef>
                <a:spcPts val="135"/>
              </a:spcBef>
              <a:spcAft>
                <a:spcPts val="0"/>
              </a:spcAft>
              <a:defRPr/>
            </a:pPr>
            <a:r>
              <a:rPr sz="1200" b="1" kern="0" dirty="0">
                <a:solidFill>
                  <a:srgbClr val="0F1D34"/>
                </a:solidFill>
                <a:latin typeface="Calibri" panose="020F0502020204030204" pitchFamily="34" charset="0"/>
                <a:cs typeface="Calibri" panose="020F0502020204030204" pitchFamily="34" charset="0"/>
              </a:rPr>
              <a:t>Copyright</a:t>
            </a:r>
            <a:r>
              <a:rPr sz="1200" b="1" kern="0" spc="90" dirty="0">
                <a:solidFill>
                  <a:srgbClr val="0F1D34"/>
                </a:solidFill>
                <a:latin typeface="Calibri" panose="020F0502020204030204" pitchFamily="34" charset="0"/>
                <a:cs typeface="Calibri" panose="020F0502020204030204" pitchFamily="34" charset="0"/>
              </a:rPr>
              <a:t> </a:t>
            </a:r>
            <a:r>
              <a:rPr sz="1200" b="1" kern="0" dirty="0">
                <a:solidFill>
                  <a:srgbClr val="0F1D34"/>
                </a:solidFill>
                <a:latin typeface="Calibri" panose="020F0502020204030204" pitchFamily="34" charset="0"/>
                <a:cs typeface="Calibri" panose="020F0502020204030204" pitchFamily="34" charset="0"/>
              </a:rPr>
              <a:t>©</a:t>
            </a:r>
            <a:r>
              <a:rPr sz="1200" b="1" kern="0" spc="85" dirty="0">
                <a:solidFill>
                  <a:srgbClr val="0F1D34"/>
                </a:solidFill>
                <a:latin typeface="Calibri" panose="020F0502020204030204" pitchFamily="34" charset="0"/>
                <a:cs typeface="Calibri" panose="020F0502020204030204" pitchFamily="34" charset="0"/>
              </a:rPr>
              <a:t> </a:t>
            </a:r>
            <a:r>
              <a:rPr sz="1200" b="1" kern="0" dirty="0">
                <a:solidFill>
                  <a:srgbClr val="0F1D34"/>
                </a:solidFill>
                <a:latin typeface="Calibri" panose="020F0502020204030204" pitchFamily="34" charset="0"/>
                <a:cs typeface="Calibri" panose="020F0502020204030204" pitchFamily="34" charset="0"/>
              </a:rPr>
              <a:t>2024</a:t>
            </a:r>
            <a:r>
              <a:rPr sz="1200" b="1" kern="0" spc="95" dirty="0">
                <a:solidFill>
                  <a:srgbClr val="0F1D34"/>
                </a:solidFill>
                <a:latin typeface="Calibri" panose="020F0502020204030204" pitchFamily="34" charset="0"/>
                <a:cs typeface="Calibri" panose="020F0502020204030204" pitchFamily="34" charset="0"/>
              </a:rPr>
              <a:t> </a:t>
            </a:r>
            <a:r>
              <a:rPr sz="1200" b="1" kern="0" dirty="0">
                <a:solidFill>
                  <a:srgbClr val="0F1D34"/>
                </a:solidFill>
                <a:latin typeface="Calibri" panose="020F0502020204030204" pitchFamily="34" charset="0"/>
                <a:cs typeface="Calibri" panose="020F0502020204030204" pitchFamily="34" charset="0"/>
              </a:rPr>
              <a:t>|</a:t>
            </a:r>
            <a:r>
              <a:rPr sz="1200" b="1" kern="0" spc="85" dirty="0">
                <a:solidFill>
                  <a:srgbClr val="0F1D34"/>
                </a:solidFill>
                <a:latin typeface="Calibri" panose="020F0502020204030204" pitchFamily="34" charset="0"/>
                <a:cs typeface="Calibri" panose="020F0502020204030204" pitchFamily="34" charset="0"/>
              </a:rPr>
              <a:t> </a:t>
            </a:r>
            <a:r>
              <a:rPr sz="1200" b="1" kern="0" dirty="0">
                <a:solidFill>
                  <a:srgbClr val="0F1D34"/>
                </a:solidFill>
                <a:latin typeface="Calibri" panose="020F0502020204030204" pitchFamily="34" charset="0"/>
                <a:cs typeface="Calibri" panose="020F0502020204030204" pitchFamily="34" charset="0"/>
              </a:rPr>
              <a:t>ROMEU</a:t>
            </a:r>
            <a:r>
              <a:rPr sz="1200" b="1" kern="0" spc="90" dirty="0">
                <a:solidFill>
                  <a:srgbClr val="0F1D34"/>
                </a:solidFill>
                <a:latin typeface="Calibri" panose="020F0502020204030204" pitchFamily="34" charset="0"/>
                <a:cs typeface="Calibri" panose="020F0502020204030204" pitchFamily="34" charset="0"/>
              </a:rPr>
              <a:t> </a:t>
            </a:r>
            <a:r>
              <a:rPr sz="1200" b="1" kern="0" dirty="0">
                <a:solidFill>
                  <a:srgbClr val="0F1D34"/>
                </a:solidFill>
                <a:latin typeface="Calibri" panose="020F0502020204030204" pitchFamily="34" charset="0"/>
                <a:cs typeface="Calibri" panose="020F0502020204030204" pitchFamily="34" charset="0"/>
              </a:rPr>
              <a:t>Moving</a:t>
            </a:r>
            <a:r>
              <a:rPr sz="1200" b="1" kern="0" spc="90" dirty="0">
                <a:solidFill>
                  <a:srgbClr val="0F1D34"/>
                </a:solidFill>
                <a:latin typeface="Calibri" panose="020F0502020204030204" pitchFamily="34" charset="0"/>
                <a:cs typeface="Calibri" panose="020F0502020204030204" pitchFamily="34" charset="0"/>
              </a:rPr>
              <a:t> </a:t>
            </a:r>
            <a:r>
              <a:rPr sz="1200" b="1" kern="0" spc="-10" dirty="0">
                <a:solidFill>
                  <a:srgbClr val="0F1D34"/>
                </a:solidFill>
                <a:latin typeface="Calibri" panose="020F0502020204030204" pitchFamily="34" charset="0"/>
                <a:cs typeface="Calibri" panose="020F0502020204030204" pitchFamily="34" charset="0"/>
              </a:rPr>
              <a:t>opportunities</a:t>
            </a:r>
            <a:endParaRPr sz="1200" kern="0" dirty="0">
              <a:solidFill>
                <a:sysClr val="windowText" lastClr="000000"/>
              </a:solidFill>
              <a:latin typeface="Calibri" panose="020F0502020204030204" pitchFamily="34" charset="0"/>
              <a:cs typeface="Calibri" panose="020F0502020204030204" pitchFamily="34" charset="0"/>
            </a:endParaRPr>
          </a:p>
        </p:txBody>
      </p:sp>
      <p:sp>
        <p:nvSpPr>
          <p:cNvPr id="4" name="object 4">
            <a:extLst>
              <a:ext uri="{FF2B5EF4-FFF2-40B4-BE49-F238E27FC236}">
                <a16:creationId xmlns:a16="http://schemas.microsoft.com/office/drawing/2014/main" id="{FE888F3F-5B25-D68D-E441-DE7A9D9F2956}"/>
              </a:ext>
            </a:extLst>
          </p:cNvPr>
          <p:cNvSpPr txBox="1"/>
          <p:nvPr/>
        </p:nvSpPr>
        <p:spPr>
          <a:xfrm>
            <a:off x="917575" y="7121525"/>
            <a:ext cx="3114675" cy="3095625"/>
          </a:xfrm>
          <a:prstGeom prst="rect">
            <a:avLst/>
          </a:prstGeom>
        </p:spPr>
        <p:txBody>
          <a:bodyPr lIns="0" tIns="12065" rIns="0" bIns="0">
            <a:spAutoFit/>
          </a:bodyPr>
          <a:lstStyle>
            <a:lvl1pPr marL="12700">
              <a:tabLst>
                <a:tab pos="3100388" algn="l"/>
              </a:tabLst>
              <a:defRPr>
                <a:solidFill>
                  <a:schemeClr val="tx1"/>
                </a:solidFill>
                <a:latin typeface="Arial" panose="020B0604020202020204" pitchFamily="34" charset="0"/>
              </a:defRPr>
            </a:lvl1pPr>
            <a:lvl2pPr marL="742950" indent="-285750">
              <a:tabLst>
                <a:tab pos="3100388" algn="l"/>
              </a:tabLst>
              <a:defRPr>
                <a:solidFill>
                  <a:schemeClr val="tx1"/>
                </a:solidFill>
                <a:latin typeface="Arial" panose="020B0604020202020204" pitchFamily="34" charset="0"/>
              </a:defRPr>
            </a:lvl2pPr>
            <a:lvl3pPr marL="1143000" indent="-228600">
              <a:tabLst>
                <a:tab pos="3100388" algn="l"/>
              </a:tabLst>
              <a:defRPr>
                <a:solidFill>
                  <a:schemeClr val="tx1"/>
                </a:solidFill>
                <a:latin typeface="Arial" panose="020B0604020202020204" pitchFamily="34" charset="0"/>
              </a:defRPr>
            </a:lvl3pPr>
            <a:lvl4pPr marL="1600200" indent="-228600">
              <a:tabLst>
                <a:tab pos="3100388" algn="l"/>
              </a:tabLst>
              <a:defRPr>
                <a:solidFill>
                  <a:schemeClr val="tx1"/>
                </a:solidFill>
                <a:latin typeface="Arial" panose="020B0604020202020204" pitchFamily="34" charset="0"/>
              </a:defRPr>
            </a:lvl4pPr>
            <a:lvl5pPr marL="2057400" indent="-228600">
              <a:tabLst>
                <a:tab pos="3100388"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3100388"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3100388"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3100388"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3100388" algn="l"/>
              </a:tabLst>
              <a:defRPr>
                <a:solidFill>
                  <a:schemeClr val="tx1"/>
                </a:solidFill>
                <a:latin typeface="Arial" panose="020B0604020202020204" pitchFamily="34" charset="0"/>
              </a:defRPr>
            </a:lvl9pPr>
          </a:lstStyle>
          <a:p>
            <a:pPr eaLnBrk="1" hangingPunct="1">
              <a:spcBef>
                <a:spcPts val="100"/>
              </a:spcBef>
            </a:pPr>
            <a:r>
              <a:rPr lang="en-US" altLang="en-US" sz="1600" b="1">
                <a:solidFill>
                  <a:srgbClr val="0F1D34"/>
                </a:solidFill>
                <a:latin typeface="Calibri" panose="020F0502020204030204" pitchFamily="34" charset="0"/>
                <a:ea typeface="Open Sans" panose="020B0606030504020204" pitchFamily="34" charset="0"/>
                <a:cs typeface="Calibri" panose="020F0502020204030204" pitchFamily="34" charset="0"/>
              </a:rPr>
              <a:t>Oﬁcinas en Valencia</a:t>
            </a:r>
            <a:endParaRPr lang="es-ES" altLang="en-US" sz="1600" b="1">
              <a:solidFill>
                <a:srgbClr val="0F1D34"/>
              </a:solidFill>
              <a:latin typeface="Calibri" panose="020F0502020204030204" pitchFamily="34" charset="0"/>
              <a:ea typeface="Open Sans" panose="020B0606030504020204" pitchFamily="34" charset="0"/>
              <a:cs typeface="Calibri" panose="020F0502020204030204" pitchFamily="34" charset="0"/>
            </a:endParaRPr>
          </a:p>
          <a:p>
            <a:pPr eaLnBrk="1" hangingPunct="1">
              <a:spcBef>
                <a:spcPts val="100"/>
              </a:spcBef>
            </a:pPr>
            <a:endParaRPr lang="es-ES" altLang="en-US" sz="1600" b="1" u="sng">
              <a:solidFill>
                <a:srgbClr val="0F1D34"/>
              </a:solidFill>
              <a:latin typeface="Calibri" panose="020F0502020204030204" pitchFamily="34" charset="0"/>
              <a:ea typeface="Open Sans" panose="020B0606030504020204" pitchFamily="34" charset="0"/>
              <a:cs typeface="Calibri" panose="020F0502020204030204" pitchFamily="34" charset="0"/>
            </a:endParaRPr>
          </a:p>
          <a:p>
            <a:pPr eaLnBrk="1" hangingPunct="1">
              <a:spcBef>
                <a:spcPts val="100"/>
              </a:spcBef>
            </a:pPr>
            <a:r>
              <a:rPr lang="en-US" altLang="en-US" sz="1600">
                <a:solidFill>
                  <a:srgbClr val="0F1D34"/>
                </a:solidFill>
                <a:latin typeface="Calibri" panose="020F0502020204030204" pitchFamily="34" charset="0"/>
                <a:ea typeface="Open Sans" panose="020B0606030504020204" pitchFamily="34" charset="0"/>
                <a:cs typeface="Calibri" panose="020F0502020204030204" pitchFamily="34" charset="0"/>
              </a:rPr>
              <a:t>Calle J. Aguirre, 40 46011 Valencia</a:t>
            </a:r>
            <a:endParaRPr lang="en-US" altLang="en-US" sz="1600">
              <a:solidFill>
                <a:srgbClr val="000000"/>
              </a:solidFill>
              <a:latin typeface="Calibri" panose="020F0502020204030204" pitchFamily="34" charset="0"/>
              <a:ea typeface="Open Sans" panose="020B0606030504020204" pitchFamily="34" charset="0"/>
              <a:cs typeface="Calibri" panose="020F0502020204030204" pitchFamily="34" charset="0"/>
            </a:endParaRPr>
          </a:p>
          <a:p>
            <a:pPr eaLnBrk="1" hangingPunct="1">
              <a:lnSpc>
                <a:spcPts val="1975"/>
              </a:lnSpc>
            </a:pPr>
            <a:r>
              <a:rPr lang="en-US" altLang="en-US" sz="1600">
                <a:solidFill>
                  <a:srgbClr val="0F1D34"/>
                </a:solidFill>
                <a:latin typeface="Calibri" panose="020F0502020204030204" pitchFamily="34" charset="0"/>
                <a:ea typeface="Open Sans" panose="020B0606030504020204" pitchFamily="34" charset="0"/>
                <a:cs typeface="Calibri" panose="020F0502020204030204" pitchFamily="34" charset="0"/>
              </a:rPr>
              <a:t>Teléfono: +34 96 398 41 00</a:t>
            </a:r>
            <a:endParaRPr lang="en-US" altLang="en-US" sz="1600">
              <a:solidFill>
                <a:srgbClr val="000000"/>
              </a:solidFill>
              <a:latin typeface="Calibri" panose="020F0502020204030204" pitchFamily="34" charset="0"/>
              <a:ea typeface="Open Sans" panose="020B0606030504020204" pitchFamily="34" charset="0"/>
              <a:cs typeface="Calibri" panose="020F0502020204030204" pitchFamily="34" charset="0"/>
            </a:endParaRPr>
          </a:p>
          <a:p>
            <a:pPr eaLnBrk="1" hangingPunct="1"/>
            <a:r>
              <a:rPr lang="en-US" altLang="en-US" sz="1600">
                <a:solidFill>
                  <a:srgbClr val="0F1D34"/>
                </a:solidFill>
                <a:latin typeface="Calibri" panose="020F0502020204030204" pitchFamily="34" charset="0"/>
                <a:ea typeface="Open Sans" panose="020B0606030504020204" pitchFamily="34" charset="0"/>
                <a:cs typeface="Calibri" panose="020F0502020204030204" pitchFamily="34" charset="0"/>
              </a:rPr>
              <a:t>Fax: +34 96 367 16 29</a:t>
            </a:r>
            <a:endParaRPr lang="en-US" altLang="en-US" sz="1600">
              <a:solidFill>
                <a:srgbClr val="000000"/>
              </a:solidFill>
              <a:latin typeface="Calibri" panose="020F0502020204030204" pitchFamily="34" charset="0"/>
              <a:ea typeface="Open Sans" panose="020B0606030504020204" pitchFamily="34" charset="0"/>
              <a:cs typeface="Calibri" panose="020F0502020204030204" pitchFamily="34" charset="0"/>
            </a:endParaRPr>
          </a:p>
          <a:p>
            <a:pPr eaLnBrk="1" hangingPunct="1">
              <a:spcBef>
                <a:spcPts val="1975"/>
              </a:spcBef>
            </a:pPr>
            <a:r>
              <a:rPr lang="en-US" altLang="en-US" sz="1600" b="1">
                <a:solidFill>
                  <a:srgbClr val="0F1D34"/>
                </a:solidFill>
                <a:latin typeface="Calibri" panose="020F0502020204030204" pitchFamily="34" charset="0"/>
                <a:ea typeface="Open Sans" panose="020B0606030504020204" pitchFamily="34" charset="0"/>
                <a:cs typeface="Calibri" panose="020F0502020204030204" pitchFamily="34" charset="0"/>
              </a:rPr>
              <a:t>Oﬁcinas en Barcelona</a:t>
            </a:r>
            <a:endParaRPr lang="en-US" altLang="en-US" sz="1600">
              <a:solidFill>
                <a:srgbClr val="000000"/>
              </a:solidFill>
              <a:latin typeface="Calibri" panose="020F0502020204030204" pitchFamily="34" charset="0"/>
              <a:ea typeface="Open Sans" panose="020B0606030504020204" pitchFamily="34" charset="0"/>
              <a:cs typeface="Calibri" panose="020F0502020204030204" pitchFamily="34" charset="0"/>
            </a:endParaRPr>
          </a:p>
          <a:p>
            <a:pPr eaLnBrk="1" hangingPunct="1">
              <a:spcBef>
                <a:spcPts val="1975"/>
              </a:spcBef>
            </a:pPr>
            <a:r>
              <a:rPr lang="en-US" altLang="en-US" sz="1600">
                <a:solidFill>
                  <a:srgbClr val="0F1D34"/>
                </a:solidFill>
                <a:latin typeface="Calibri" panose="020F0502020204030204" pitchFamily="34" charset="0"/>
                <a:ea typeface="Open Sans" panose="020B0606030504020204" pitchFamily="34" charset="0"/>
                <a:cs typeface="Calibri" panose="020F0502020204030204" pitchFamily="34" charset="0"/>
              </a:rPr>
              <a:t>Avda. Diagonal, 403 – 5º 08008 Barcelona</a:t>
            </a:r>
            <a:endParaRPr lang="en-US" altLang="en-US" sz="1600">
              <a:solidFill>
                <a:srgbClr val="000000"/>
              </a:solidFill>
              <a:latin typeface="Calibri" panose="020F0502020204030204" pitchFamily="34" charset="0"/>
              <a:ea typeface="Open Sans" panose="020B0606030504020204" pitchFamily="34" charset="0"/>
              <a:cs typeface="Calibri" panose="020F0502020204030204" pitchFamily="34" charset="0"/>
            </a:endParaRPr>
          </a:p>
          <a:p>
            <a:pPr eaLnBrk="1" hangingPunct="1">
              <a:lnSpc>
                <a:spcPts val="1975"/>
              </a:lnSpc>
            </a:pPr>
            <a:r>
              <a:rPr lang="en-US" altLang="en-US" sz="1600">
                <a:solidFill>
                  <a:srgbClr val="0F1D34"/>
                </a:solidFill>
                <a:latin typeface="Calibri" panose="020F0502020204030204" pitchFamily="34" charset="0"/>
                <a:ea typeface="Open Sans" panose="020B0606030504020204" pitchFamily="34" charset="0"/>
                <a:cs typeface="Calibri" panose="020F0502020204030204" pitchFamily="34" charset="0"/>
              </a:rPr>
              <a:t>Teléfono: +34 93 292 21 25</a:t>
            </a:r>
            <a:endParaRPr lang="en-US" altLang="en-US" sz="1600">
              <a:solidFill>
                <a:srgbClr val="000000"/>
              </a:solidFill>
              <a:latin typeface="Calibri" panose="020F0502020204030204" pitchFamily="34" charset="0"/>
              <a:ea typeface="Open Sans" panose="020B0606030504020204" pitchFamily="34" charset="0"/>
              <a:cs typeface="Calibri" panose="020F0502020204030204" pitchFamily="34" charset="0"/>
            </a:endParaRPr>
          </a:p>
          <a:p>
            <a:pPr eaLnBrk="1" hangingPunct="1"/>
            <a:r>
              <a:rPr lang="en-US" altLang="en-US" sz="1600">
                <a:solidFill>
                  <a:srgbClr val="0F1D34"/>
                </a:solidFill>
                <a:latin typeface="Calibri" panose="020F0502020204030204" pitchFamily="34" charset="0"/>
                <a:ea typeface="Open Sans" panose="020B0606030504020204" pitchFamily="34" charset="0"/>
                <a:cs typeface="Calibri" panose="020F0502020204030204" pitchFamily="34" charset="0"/>
              </a:rPr>
              <a:t>Fax +34 93 416 14 46</a:t>
            </a:r>
            <a:endParaRPr lang="en-US" altLang="en-US" sz="1600">
              <a:solidFill>
                <a:srgbClr val="000000"/>
              </a:solidFill>
              <a:latin typeface="Calibri" panose="020F0502020204030204" pitchFamily="34" charset="0"/>
              <a:ea typeface="Open Sans" panose="020B0606030504020204" pitchFamily="34" charset="0"/>
              <a:cs typeface="Calibri" panose="020F0502020204030204" pitchFamily="34" charset="0"/>
            </a:endParaRPr>
          </a:p>
        </p:txBody>
      </p:sp>
      <p:sp>
        <p:nvSpPr>
          <p:cNvPr id="19460" name="object 5">
            <a:extLst>
              <a:ext uri="{FF2B5EF4-FFF2-40B4-BE49-F238E27FC236}">
                <a16:creationId xmlns:a16="http://schemas.microsoft.com/office/drawing/2014/main" id="{BBD346FF-62F4-AA42-F226-D6AC3FC80736}"/>
              </a:ext>
            </a:extLst>
          </p:cNvPr>
          <p:cNvSpPr>
            <a:spLocks/>
          </p:cNvSpPr>
          <p:nvPr/>
        </p:nvSpPr>
        <p:spPr bwMode="auto">
          <a:xfrm>
            <a:off x="942975" y="9007475"/>
            <a:ext cx="3089275" cy="0"/>
          </a:xfrm>
          <a:custGeom>
            <a:avLst/>
            <a:gdLst>
              <a:gd name="T0" fmla="*/ 0 w 3088640"/>
              <a:gd name="T1" fmla="*/ 3088638 w 3088640"/>
            </a:gdLst>
            <a:ahLst/>
            <a:cxnLst>
              <a:cxn ang="0">
                <a:pos x="T0" y="0"/>
              </a:cxn>
              <a:cxn ang="0">
                <a:pos x="T1" y="0"/>
              </a:cxn>
            </a:cxnLst>
            <a:rect l="0" t="0" r="r" b="b"/>
            <a:pathLst>
              <a:path w="3088640">
                <a:moveTo>
                  <a:pt x="0" y="0"/>
                </a:moveTo>
                <a:lnTo>
                  <a:pt x="3088638" y="0"/>
                </a:lnTo>
              </a:path>
            </a:pathLst>
          </a:custGeom>
          <a:noFill/>
          <a:ln w="10470">
            <a:solidFill>
              <a:srgbClr val="4FAB72"/>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9461" name="object 5">
            <a:extLst>
              <a:ext uri="{FF2B5EF4-FFF2-40B4-BE49-F238E27FC236}">
                <a16:creationId xmlns:a16="http://schemas.microsoft.com/office/drawing/2014/main" id="{9C3100A8-1180-3001-7E64-56476C1CD270}"/>
              </a:ext>
            </a:extLst>
          </p:cNvPr>
          <p:cNvSpPr>
            <a:spLocks/>
          </p:cNvSpPr>
          <p:nvPr/>
        </p:nvSpPr>
        <p:spPr bwMode="auto">
          <a:xfrm>
            <a:off x="942975" y="7446963"/>
            <a:ext cx="3089275" cy="0"/>
          </a:xfrm>
          <a:custGeom>
            <a:avLst/>
            <a:gdLst>
              <a:gd name="T0" fmla="*/ 0 w 3088640"/>
              <a:gd name="T1" fmla="*/ 3088638 w 3088640"/>
            </a:gdLst>
            <a:ahLst/>
            <a:cxnLst>
              <a:cxn ang="0">
                <a:pos x="T0" y="0"/>
              </a:cxn>
              <a:cxn ang="0">
                <a:pos x="T1" y="0"/>
              </a:cxn>
            </a:cxnLst>
            <a:rect l="0" t="0" r="r" b="b"/>
            <a:pathLst>
              <a:path w="3088640">
                <a:moveTo>
                  <a:pt x="0" y="0"/>
                </a:moveTo>
                <a:lnTo>
                  <a:pt x="3088638" y="0"/>
                </a:lnTo>
              </a:path>
            </a:pathLst>
          </a:custGeom>
          <a:noFill/>
          <a:ln w="10470">
            <a:solidFill>
              <a:srgbClr val="4FAB72"/>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AFC656F836F1246903EAB205B480D77" ma:contentTypeVersion="19" ma:contentTypeDescription="Crear nuevo documento." ma:contentTypeScope="" ma:versionID="2eaf92d05bcec0f9b90c433563801ada">
  <xsd:schema xmlns:xsd="http://www.w3.org/2001/XMLSchema" xmlns:xs="http://www.w3.org/2001/XMLSchema" xmlns:p="http://schemas.microsoft.com/office/2006/metadata/properties" xmlns:ns2="015a054b-2427-49b6-b5d2-8e14a7fe2962" xmlns:ns3="d851cf40-92e7-459a-959b-08432c311a7c" targetNamespace="http://schemas.microsoft.com/office/2006/metadata/properties" ma:root="true" ma:fieldsID="5aa89d0ec278e537e44129343760de16" ns2:_="" ns3:_="">
    <xsd:import namespace="015a054b-2427-49b6-b5d2-8e14a7fe2962"/>
    <xsd:import namespace="d851cf40-92e7-459a-959b-08432c311a7c"/>
    <xsd:element name="properties">
      <xsd:complexType>
        <xsd:sequence>
          <xsd:element name="documentManagement">
            <xsd:complexType>
              <xsd:all>
                <xsd:element ref="ns2:Prioridad" minOccurs="0"/>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SearchProperties" minOccurs="0"/>
                <xsd:element ref="ns2:MediaServiceLoca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5a054b-2427-49b6-b5d2-8e14a7fe2962" elementFormDefault="qualified">
    <xsd:import namespace="http://schemas.microsoft.com/office/2006/documentManagement/types"/>
    <xsd:import namespace="http://schemas.microsoft.com/office/infopath/2007/PartnerControls"/>
    <xsd:element name="Prioridad" ma:index="8" nillable="true" ma:displayName="Prioridad" ma:internalName="Prioridad">
      <xsd:simpleType>
        <xsd:restriction base="dms:Number"/>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e9da9b70-5b7e-4157-bb2a-f61e90ce1b91"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851cf40-92e7-459a-959b-08432c311a7c"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04b53040-9bc6-440d-8a30-b22ebc515a5c}" ma:internalName="TaxCatchAll" ma:showField="CatchAllData" ma:web="d851cf40-92e7-459a-959b-08432c311a7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rioridad xmlns="015a054b-2427-49b6-b5d2-8e14a7fe2962" xsi:nil="true"/>
    <lcf76f155ced4ddcb4097134ff3c332f xmlns="015a054b-2427-49b6-b5d2-8e14a7fe2962">
      <Terms xmlns="http://schemas.microsoft.com/office/infopath/2007/PartnerControls"/>
    </lcf76f155ced4ddcb4097134ff3c332f>
    <TaxCatchAll xmlns="d851cf40-92e7-459a-959b-08432c311a7c" xsi:nil="true"/>
  </documentManagement>
</p:properties>
</file>

<file path=customXml/itemProps1.xml><?xml version="1.0" encoding="utf-8"?>
<ds:datastoreItem xmlns:ds="http://schemas.openxmlformats.org/officeDocument/2006/customXml" ds:itemID="{6CDAFC60-56E4-48E6-85B5-843E04B88C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5a054b-2427-49b6-b5d2-8e14a7fe2962"/>
    <ds:schemaRef ds:uri="d851cf40-92e7-459a-959b-08432c311a7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A60C5F8-E0C2-4120-9BAF-6D730D20E943}">
  <ds:schemaRefs>
    <ds:schemaRef ds:uri="http://schemas.microsoft.com/sharepoint/v3/contenttype/forms"/>
  </ds:schemaRefs>
</ds:datastoreItem>
</file>

<file path=customXml/itemProps3.xml><?xml version="1.0" encoding="utf-8"?>
<ds:datastoreItem xmlns:ds="http://schemas.openxmlformats.org/officeDocument/2006/customXml" ds:itemID="{ABF4AD49-598C-4E32-A19D-CB7DB41FAB1E}">
  <ds:schemaRefs>
    <ds:schemaRef ds:uri="http://schemas.microsoft.com/office/2006/metadata/properties"/>
    <ds:schemaRef ds:uri="http://schemas.microsoft.com/office/infopath/2007/PartnerControls"/>
    <ds:schemaRef ds:uri="015a054b-2427-49b6-b5d2-8e14a7fe2962"/>
    <ds:schemaRef ds:uri="d851cf40-92e7-459a-959b-08432c311a7c"/>
  </ds:schemaRefs>
</ds:datastoreItem>
</file>

<file path=docProps/app.xml><?xml version="1.0" encoding="utf-8"?>
<Properties xmlns="http://schemas.openxmlformats.org/officeDocument/2006/extended-properties" xmlns:vt="http://schemas.openxmlformats.org/officeDocument/2006/docPropsVTypes">
  <Template/>
  <TotalTime>5332</TotalTime>
  <Words>2453</Words>
  <Application>Microsoft Office PowerPoint</Application>
  <PresentationFormat>Custom</PresentationFormat>
  <Paragraphs>352</Paragraphs>
  <Slides>36</Slides>
  <Notes>35</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Open Sans</vt:lpstr>
      <vt:lpstr>Open Sans SemiBold</vt:lpstr>
      <vt:lpstr>Office Theme</vt:lpstr>
      <vt:lpstr>IT Services</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Fundamentos de IA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Plantillas ROMEU 2024</dc:title>
  <dc:creator>Derek Shahrasebi</dc:creator>
  <cp:lastModifiedBy>Derek Shahrasebi</cp:lastModifiedBy>
  <cp:revision>66</cp:revision>
  <dcterms:created xsi:type="dcterms:W3CDTF">2024-01-17T11:51:28Z</dcterms:created>
  <dcterms:modified xsi:type="dcterms:W3CDTF">2026-03-23T14:45:10Z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2024-01-17T00:00:00Z</vt:filetime>
  </property>
  <property fmtid="{D5CDD505-2E9C-101B-9397-08002B2CF9AE}" pid="3" name="Creator">
    <vt:lpwstr>Adobe Illustrator 28.1 (Macintosh)</vt:lpwstr>
  </property>
  <property fmtid="{D5CDD505-2E9C-101B-9397-08002B2CF9AE}" pid="4" name="GTS_PDFXVersion">
    <vt:lpwstr>PDF/X-4</vt:lpwstr>
  </property>
  <property fmtid="{D5CDD505-2E9C-101B-9397-08002B2CF9AE}" pid="5" name="LastSaved">
    <vt:filetime>2024-01-17T00:00:00Z</vt:filetime>
  </property>
  <property fmtid="{D5CDD505-2E9C-101B-9397-08002B2CF9AE}" pid="6" name="Producer">
    <vt:lpwstr>Adobe PDF library 17.00</vt:lpwstr>
  </property>
  <property fmtid="{D5CDD505-2E9C-101B-9397-08002B2CF9AE}" pid="7" name="ContentTypeId">
    <vt:lpwstr>0x0101003AFC656F836F1246903EAB205B480D77</vt:lpwstr>
  </property>
  <property fmtid="{D5CDD505-2E9C-101B-9397-08002B2CF9AE}" pid="8" name="MSIP_Label_e90471de-8aa2-408e-95c1-f470ba1c20c8_Removed">
    <vt:lpwstr>False</vt:lpwstr>
  </property>
  <property fmtid="{D5CDD505-2E9C-101B-9397-08002B2CF9AE}" pid="9" name="MSIP_Label_e90471de-8aa2-408e-95c1-f470ba1c20c8_ActionId">
    <vt:lpwstr>a143e183-274a-4b98-a6ba-bd7705d4c031</vt:lpwstr>
  </property>
  <property fmtid="{D5CDD505-2E9C-101B-9397-08002B2CF9AE}" pid="10" name="MSIP_Label_e90471de-8aa2-408e-95c1-f470ba1c20c8_Name">
    <vt:lpwstr>Não Clasificado pt</vt:lpwstr>
  </property>
  <property fmtid="{D5CDD505-2E9C-101B-9397-08002B2CF9AE}" pid="11" name="MSIP_Label_e90471de-8aa2-408e-95c1-f470ba1c20c8_SetDate">
    <vt:lpwstr>2025-12-10T10:43:03Z</vt:lpwstr>
  </property>
  <property fmtid="{D5CDD505-2E9C-101B-9397-08002B2CF9AE}" pid="12" name="MSIP_Label_e90471de-8aa2-408e-95c1-f470ba1c20c8_SiteId">
    <vt:lpwstr>f4716c71-0bcb-4d17-b242-72328973bc32</vt:lpwstr>
  </property>
  <property fmtid="{D5CDD505-2E9C-101B-9397-08002B2CF9AE}" pid="13" name="MSIP_Label_e90471de-8aa2-408e-95c1-f470ba1c20c8_Enabled">
    <vt:lpwstr>True</vt:lpwstr>
  </property>
  <property fmtid="{D5CDD505-2E9C-101B-9397-08002B2CF9AE}" pid="14" name="MediaServiceImageTags">
    <vt:lpwstr/>
  </property>
  <property fmtid="{D5CDD505-2E9C-101B-9397-08002B2CF9AE}" pid="15" name="MSIP_Label_e90471de-8aa2-408e-95c1-f470ba1c20c8_Extended_MSFT_Method">
    <vt:lpwstr>Standard</vt:lpwstr>
  </property>
  <property fmtid="{D5CDD505-2E9C-101B-9397-08002B2CF9AE}" pid="16" name="Sensitivity">
    <vt:lpwstr>Não Clasificado pt</vt:lpwstr>
  </property>
</Properties>
</file>